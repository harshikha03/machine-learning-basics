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78" y="-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59BF9E-8D69-482D-9DE4-EC64673867A4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26CD78-086B-4CA0-B8B5-DBA1EFF2A439}">
      <dgm:prSet phldrT="[Text]"/>
      <dgm:spPr/>
      <dgm:t>
        <a:bodyPr/>
        <a:lstStyle/>
        <a:p>
          <a:r>
            <a:rPr lang="en-US" dirty="0" smtClean="0"/>
            <a:t>Supervised Learning</a:t>
          </a:r>
          <a:endParaRPr lang="en-US" dirty="0"/>
        </a:p>
      </dgm:t>
    </dgm:pt>
    <dgm:pt modelId="{AD130BB3-05C0-45BC-B1A0-E5608AE5973A}" type="parTrans" cxnId="{AC8F6D11-B763-4F12-8D25-61F0FF854D81}">
      <dgm:prSet/>
      <dgm:spPr/>
      <dgm:t>
        <a:bodyPr/>
        <a:lstStyle/>
        <a:p>
          <a:endParaRPr lang="en-US"/>
        </a:p>
      </dgm:t>
    </dgm:pt>
    <dgm:pt modelId="{5B9AA631-F2B2-4639-B987-44D8C3EEBE65}" type="sibTrans" cxnId="{AC8F6D11-B763-4F12-8D25-61F0FF854D81}">
      <dgm:prSet/>
      <dgm:spPr/>
      <dgm:t>
        <a:bodyPr/>
        <a:lstStyle/>
        <a:p>
          <a:endParaRPr lang="en-US"/>
        </a:p>
      </dgm:t>
    </dgm:pt>
    <dgm:pt modelId="{302B627A-8465-4FBE-99CE-C743EDFB55DF}">
      <dgm:prSet phldrT="[Text]"/>
      <dgm:spPr/>
      <dgm:t>
        <a:bodyPr/>
        <a:lstStyle/>
        <a:p>
          <a:r>
            <a:rPr lang="en-US" dirty="0" smtClean="0"/>
            <a:t>Unsupervised Learning</a:t>
          </a:r>
          <a:endParaRPr lang="en-US" dirty="0"/>
        </a:p>
      </dgm:t>
    </dgm:pt>
    <dgm:pt modelId="{057DB6BA-B293-439E-AD75-380645891197}" type="parTrans" cxnId="{66AB99DC-C624-4DD9-B16D-F28436E10697}">
      <dgm:prSet/>
      <dgm:spPr/>
      <dgm:t>
        <a:bodyPr/>
        <a:lstStyle/>
        <a:p>
          <a:endParaRPr lang="en-US"/>
        </a:p>
      </dgm:t>
    </dgm:pt>
    <dgm:pt modelId="{4D6A94E8-C6FC-4EC1-95EF-87DE9942C1B3}" type="sibTrans" cxnId="{66AB99DC-C624-4DD9-B16D-F28436E10697}">
      <dgm:prSet/>
      <dgm:spPr/>
      <dgm:t>
        <a:bodyPr/>
        <a:lstStyle/>
        <a:p>
          <a:endParaRPr lang="en-US"/>
        </a:p>
      </dgm:t>
    </dgm:pt>
    <dgm:pt modelId="{5AB84D2F-92A8-452D-ACF9-B443723B3C38}">
      <dgm:prSet phldrT="[Text]"/>
      <dgm:spPr/>
      <dgm:t>
        <a:bodyPr/>
        <a:lstStyle/>
        <a:p>
          <a:r>
            <a:rPr lang="en-US" dirty="0" smtClean="0"/>
            <a:t>Reinforcement Learning</a:t>
          </a:r>
          <a:endParaRPr lang="en-US" dirty="0"/>
        </a:p>
      </dgm:t>
    </dgm:pt>
    <dgm:pt modelId="{D16D2007-3864-4D1D-BED4-5942B40188B4}" type="parTrans" cxnId="{02439E18-80DB-4C0E-B27F-5C5E82544076}">
      <dgm:prSet/>
      <dgm:spPr/>
      <dgm:t>
        <a:bodyPr/>
        <a:lstStyle/>
        <a:p>
          <a:endParaRPr lang="en-US"/>
        </a:p>
      </dgm:t>
    </dgm:pt>
    <dgm:pt modelId="{CBD8761B-D6A9-475C-887A-813A19DE74A0}" type="sibTrans" cxnId="{02439E18-80DB-4C0E-B27F-5C5E82544076}">
      <dgm:prSet/>
      <dgm:spPr/>
      <dgm:t>
        <a:bodyPr/>
        <a:lstStyle/>
        <a:p>
          <a:endParaRPr lang="en-US"/>
        </a:p>
      </dgm:t>
    </dgm:pt>
    <dgm:pt modelId="{32C5B94A-9651-4B17-A21F-5DB0AC79C877}" type="pres">
      <dgm:prSet presAssocID="{F559BF9E-8D69-482D-9DE4-EC64673867A4}" presName="linear" presStyleCnt="0">
        <dgm:presLayoutVars>
          <dgm:dir/>
          <dgm:animLvl val="lvl"/>
          <dgm:resizeHandles val="exact"/>
        </dgm:presLayoutVars>
      </dgm:prSet>
      <dgm:spPr/>
    </dgm:pt>
    <dgm:pt modelId="{1D65426D-F004-4CCD-92BF-6AF2B4A5901C}" type="pres">
      <dgm:prSet presAssocID="{5026CD78-086B-4CA0-B8B5-DBA1EFF2A439}" presName="parentLin" presStyleCnt="0"/>
      <dgm:spPr/>
    </dgm:pt>
    <dgm:pt modelId="{10F97DE2-93AD-46A1-9409-994B78B27E18}" type="pres">
      <dgm:prSet presAssocID="{5026CD78-086B-4CA0-B8B5-DBA1EFF2A439}" presName="parentLeftMargin" presStyleLbl="node1" presStyleIdx="0" presStyleCnt="3"/>
      <dgm:spPr/>
    </dgm:pt>
    <dgm:pt modelId="{323CC9FC-DC2B-4243-9E5A-5CD52BCCA7D6}" type="pres">
      <dgm:prSet presAssocID="{5026CD78-086B-4CA0-B8B5-DBA1EFF2A43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5869AC-61E3-4DBF-89E5-00A358CB0AF0}" type="pres">
      <dgm:prSet presAssocID="{5026CD78-086B-4CA0-B8B5-DBA1EFF2A439}" presName="negativeSpace" presStyleCnt="0"/>
      <dgm:spPr/>
    </dgm:pt>
    <dgm:pt modelId="{83ED4A21-7C6B-47E6-AD03-36439933B132}" type="pres">
      <dgm:prSet presAssocID="{5026CD78-086B-4CA0-B8B5-DBA1EFF2A439}" presName="childText" presStyleLbl="conFgAcc1" presStyleIdx="0" presStyleCnt="3">
        <dgm:presLayoutVars>
          <dgm:bulletEnabled val="1"/>
        </dgm:presLayoutVars>
      </dgm:prSet>
      <dgm:spPr/>
    </dgm:pt>
    <dgm:pt modelId="{9C968085-B6FB-4E4A-BFE0-9E67E6561B75}" type="pres">
      <dgm:prSet presAssocID="{5B9AA631-F2B2-4639-B987-44D8C3EEBE65}" presName="spaceBetweenRectangles" presStyleCnt="0"/>
      <dgm:spPr/>
    </dgm:pt>
    <dgm:pt modelId="{F9528B6C-1F03-4430-ABAB-F9217F304570}" type="pres">
      <dgm:prSet presAssocID="{302B627A-8465-4FBE-99CE-C743EDFB55DF}" presName="parentLin" presStyleCnt="0"/>
      <dgm:spPr/>
    </dgm:pt>
    <dgm:pt modelId="{209D004D-C08E-4B05-85C1-1C8462E4C0EF}" type="pres">
      <dgm:prSet presAssocID="{302B627A-8465-4FBE-99CE-C743EDFB55DF}" presName="parentLeftMargin" presStyleLbl="node1" presStyleIdx="0" presStyleCnt="3"/>
      <dgm:spPr/>
    </dgm:pt>
    <dgm:pt modelId="{C6243FCA-66FF-4187-87E4-83C30A9E02AA}" type="pres">
      <dgm:prSet presAssocID="{302B627A-8465-4FBE-99CE-C743EDFB55D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C65CE4-2B40-4714-BF8F-C48870939D38}" type="pres">
      <dgm:prSet presAssocID="{302B627A-8465-4FBE-99CE-C743EDFB55DF}" presName="negativeSpace" presStyleCnt="0"/>
      <dgm:spPr/>
    </dgm:pt>
    <dgm:pt modelId="{97F052BB-9F15-4782-B973-29C9314806DB}" type="pres">
      <dgm:prSet presAssocID="{302B627A-8465-4FBE-99CE-C743EDFB55DF}" presName="childText" presStyleLbl="conFgAcc1" presStyleIdx="1" presStyleCnt="3">
        <dgm:presLayoutVars>
          <dgm:bulletEnabled val="1"/>
        </dgm:presLayoutVars>
      </dgm:prSet>
      <dgm:spPr/>
    </dgm:pt>
    <dgm:pt modelId="{95090666-F87D-4AA2-BE94-3EE9609BB175}" type="pres">
      <dgm:prSet presAssocID="{4D6A94E8-C6FC-4EC1-95EF-87DE9942C1B3}" presName="spaceBetweenRectangles" presStyleCnt="0"/>
      <dgm:spPr/>
    </dgm:pt>
    <dgm:pt modelId="{6EE6606B-6C3E-48AD-AA13-FAA87D6F9671}" type="pres">
      <dgm:prSet presAssocID="{5AB84D2F-92A8-452D-ACF9-B443723B3C38}" presName="parentLin" presStyleCnt="0"/>
      <dgm:spPr/>
    </dgm:pt>
    <dgm:pt modelId="{5EDD37D1-131B-48D6-8142-92BE09A0ACE1}" type="pres">
      <dgm:prSet presAssocID="{5AB84D2F-92A8-452D-ACF9-B443723B3C38}" presName="parentLeftMargin" presStyleLbl="node1" presStyleIdx="1" presStyleCnt="3"/>
      <dgm:spPr/>
    </dgm:pt>
    <dgm:pt modelId="{15B3BDE4-CF22-472B-992A-2640280236D9}" type="pres">
      <dgm:prSet presAssocID="{5AB84D2F-92A8-452D-ACF9-B443723B3C38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9A5E8D-BDB3-44BD-B8D2-316954DEE02D}" type="pres">
      <dgm:prSet presAssocID="{5AB84D2F-92A8-452D-ACF9-B443723B3C38}" presName="negativeSpace" presStyleCnt="0"/>
      <dgm:spPr/>
    </dgm:pt>
    <dgm:pt modelId="{7BC09889-5EAE-48DC-B8FD-30DE6D11382F}" type="pres">
      <dgm:prSet presAssocID="{5AB84D2F-92A8-452D-ACF9-B443723B3C3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83B9BF6-B6EF-4A40-97B9-DA6E6957F5AF}" type="presOf" srcId="{302B627A-8465-4FBE-99CE-C743EDFB55DF}" destId="{209D004D-C08E-4B05-85C1-1C8462E4C0EF}" srcOrd="0" destOrd="0" presId="urn:microsoft.com/office/officeart/2005/8/layout/list1"/>
    <dgm:cxn modelId="{B52EF1D2-BFC9-43FD-8A09-076EDD8FA9B6}" type="presOf" srcId="{5AB84D2F-92A8-452D-ACF9-B443723B3C38}" destId="{15B3BDE4-CF22-472B-992A-2640280236D9}" srcOrd="1" destOrd="0" presId="urn:microsoft.com/office/officeart/2005/8/layout/list1"/>
    <dgm:cxn modelId="{BA08B2AB-DBA9-4F6A-A0B0-E43B87D48D27}" type="presOf" srcId="{5026CD78-086B-4CA0-B8B5-DBA1EFF2A439}" destId="{323CC9FC-DC2B-4243-9E5A-5CD52BCCA7D6}" srcOrd="1" destOrd="0" presId="urn:microsoft.com/office/officeart/2005/8/layout/list1"/>
    <dgm:cxn modelId="{A175A77E-1B13-411F-BB91-6A353BB1974E}" type="presOf" srcId="{F559BF9E-8D69-482D-9DE4-EC64673867A4}" destId="{32C5B94A-9651-4B17-A21F-5DB0AC79C877}" srcOrd="0" destOrd="0" presId="urn:microsoft.com/office/officeart/2005/8/layout/list1"/>
    <dgm:cxn modelId="{4578EC3F-FACB-420E-BF32-1F951E569989}" type="presOf" srcId="{5026CD78-086B-4CA0-B8B5-DBA1EFF2A439}" destId="{10F97DE2-93AD-46A1-9409-994B78B27E18}" srcOrd="0" destOrd="0" presId="urn:microsoft.com/office/officeart/2005/8/layout/list1"/>
    <dgm:cxn modelId="{D3C6E537-6BF4-438C-AE35-1C5F160B146E}" type="presOf" srcId="{5AB84D2F-92A8-452D-ACF9-B443723B3C38}" destId="{5EDD37D1-131B-48D6-8142-92BE09A0ACE1}" srcOrd="0" destOrd="0" presId="urn:microsoft.com/office/officeart/2005/8/layout/list1"/>
    <dgm:cxn modelId="{AC8F6D11-B763-4F12-8D25-61F0FF854D81}" srcId="{F559BF9E-8D69-482D-9DE4-EC64673867A4}" destId="{5026CD78-086B-4CA0-B8B5-DBA1EFF2A439}" srcOrd="0" destOrd="0" parTransId="{AD130BB3-05C0-45BC-B1A0-E5608AE5973A}" sibTransId="{5B9AA631-F2B2-4639-B987-44D8C3EEBE65}"/>
    <dgm:cxn modelId="{02439E18-80DB-4C0E-B27F-5C5E82544076}" srcId="{F559BF9E-8D69-482D-9DE4-EC64673867A4}" destId="{5AB84D2F-92A8-452D-ACF9-B443723B3C38}" srcOrd="2" destOrd="0" parTransId="{D16D2007-3864-4D1D-BED4-5942B40188B4}" sibTransId="{CBD8761B-D6A9-475C-887A-813A19DE74A0}"/>
    <dgm:cxn modelId="{643D4FC8-4687-434F-A812-3E4867E9B92C}" type="presOf" srcId="{302B627A-8465-4FBE-99CE-C743EDFB55DF}" destId="{C6243FCA-66FF-4187-87E4-83C30A9E02AA}" srcOrd="1" destOrd="0" presId="urn:microsoft.com/office/officeart/2005/8/layout/list1"/>
    <dgm:cxn modelId="{66AB99DC-C624-4DD9-B16D-F28436E10697}" srcId="{F559BF9E-8D69-482D-9DE4-EC64673867A4}" destId="{302B627A-8465-4FBE-99CE-C743EDFB55DF}" srcOrd="1" destOrd="0" parTransId="{057DB6BA-B293-439E-AD75-380645891197}" sibTransId="{4D6A94E8-C6FC-4EC1-95EF-87DE9942C1B3}"/>
    <dgm:cxn modelId="{7180512A-77AA-4855-8D3C-4693B511CA68}" type="presParOf" srcId="{32C5B94A-9651-4B17-A21F-5DB0AC79C877}" destId="{1D65426D-F004-4CCD-92BF-6AF2B4A5901C}" srcOrd="0" destOrd="0" presId="urn:microsoft.com/office/officeart/2005/8/layout/list1"/>
    <dgm:cxn modelId="{FCE259DE-622F-4C5A-9C7B-D2F8DE464916}" type="presParOf" srcId="{1D65426D-F004-4CCD-92BF-6AF2B4A5901C}" destId="{10F97DE2-93AD-46A1-9409-994B78B27E18}" srcOrd="0" destOrd="0" presId="urn:microsoft.com/office/officeart/2005/8/layout/list1"/>
    <dgm:cxn modelId="{41779ADC-644A-44C4-A2DE-900543607932}" type="presParOf" srcId="{1D65426D-F004-4CCD-92BF-6AF2B4A5901C}" destId="{323CC9FC-DC2B-4243-9E5A-5CD52BCCA7D6}" srcOrd="1" destOrd="0" presId="urn:microsoft.com/office/officeart/2005/8/layout/list1"/>
    <dgm:cxn modelId="{0302A455-5EB6-4997-9E65-E96A2145274E}" type="presParOf" srcId="{32C5B94A-9651-4B17-A21F-5DB0AC79C877}" destId="{1F5869AC-61E3-4DBF-89E5-00A358CB0AF0}" srcOrd="1" destOrd="0" presId="urn:microsoft.com/office/officeart/2005/8/layout/list1"/>
    <dgm:cxn modelId="{B7EF792B-98D5-41F9-832E-7F575971FDA6}" type="presParOf" srcId="{32C5B94A-9651-4B17-A21F-5DB0AC79C877}" destId="{83ED4A21-7C6B-47E6-AD03-36439933B132}" srcOrd="2" destOrd="0" presId="urn:microsoft.com/office/officeart/2005/8/layout/list1"/>
    <dgm:cxn modelId="{AF4059C6-3D6D-4CFA-86C7-FD1FFA1515B4}" type="presParOf" srcId="{32C5B94A-9651-4B17-A21F-5DB0AC79C877}" destId="{9C968085-B6FB-4E4A-BFE0-9E67E6561B75}" srcOrd="3" destOrd="0" presId="urn:microsoft.com/office/officeart/2005/8/layout/list1"/>
    <dgm:cxn modelId="{9AEE7765-AA2D-4729-AA3E-CEBAB53E3C11}" type="presParOf" srcId="{32C5B94A-9651-4B17-A21F-5DB0AC79C877}" destId="{F9528B6C-1F03-4430-ABAB-F9217F304570}" srcOrd="4" destOrd="0" presId="urn:microsoft.com/office/officeart/2005/8/layout/list1"/>
    <dgm:cxn modelId="{F7554974-8137-4317-8889-9AF9450B9A2D}" type="presParOf" srcId="{F9528B6C-1F03-4430-ABAB-F9217F304570}" destId="{209D004D-C08E-4B05-85C1-1C8462E4C0EF}" srcOrd="0" destOrd="0" presId="urn:microsoft.com/office/officeart/2005/8/layout/list1"/>
    <dgm:cxn modelId="{F21A75C7-5D89-4ECF-ACC3-F64F7D7D9BC3}" type="presParOf" srcId="{F9528B6C-1F03-4430-ABAB-F9217F304570}" destId="{C6243FCA-66FF-4187-87E4-83C30A9E02AA}" srcOrd="1" destOrd="0" presId="urn:microsoft.com/office/officeart/2005/8/layout/list1"/>
    <dgm:cxn modelId="{9E886CC2-F486-4837-A537-ACBEA4DB29CE}" type="presParOf" srcId="{32C5B94A-9651-4B17-A21F-5DB0AC79C877}" destId="{E8C65CE4-2B40-4714-BF8F-C48870939D38}" srcOrd="5" destOrd="0" presId="urn:microsoft.com/office/officeart/2005/8/layout/list1"/>
    <dgm:cxn modelId="{9A659562-E9D0-4F33-BDFA-E9EE3053EB23}" type="presParOf" srcId="{32C5B94A-9651-4B17-A21F-5DB0AC79C877}" destId="{97F052BB-9F15-4782-B973-29C9314806DB}" srcOrd="6" destOrd="0" presId="urn:microsoft.com/office/officeart/2005/8/layout/list1"/>
    <dgm:cxn modelId="{B94BB51D-77A1-436F-BFAB-A655B4B00817}" type="presParOf" srcId="{32C5B94A-9651-4B17-A21F-5DB0AC79C877}" destId="{95090666-F87D-4AA2-BE94-3EE9609BB175}" srcOrd="7" destOrd="0" presId="urn:microsoft.com/office/officeart/2005/8/layout/list1"/>
    <dgm:cxn modelId="{429E54F7-C453-4490-AD7A-2EBAED400339}" type="presParOf" srcId="{32C5B94A-9651-4B17-A21F-5DB0AC79C877}" destId="{6EE6606B-6C3E-48AD-AA13-FAA87D6F9671}" srcOrd="8" destOrd="0" presId="urn:microsoft.com/office/officeart/2005/8/layout/list1"/>
    <dgm:cxn modelId="{26C6EB53-84D9-4F16-A130-38A64DFD81EB}" type="presParOf" srcId="{6EE6606B-6C3E-48AD-AA13-FAA87D6F9671}" destId="{5EDD37D1-131B-48D6-8142-92BE09A0ACE1}" srcOrd="0" destOrd="0" presId="urn:microsoft.com/office/officeart/2005/8/layout/list1"/>
    <dgm:cxn modelId="{2FFAA6B2-6CD8-4E2D-BDF6-5CDAAEBEA241}" type="presParOf" srcId="{6EE6606B-6C3E-48AD-AA13-FAA87D6F9671}" destId="{15B3BDE4-CF22-472B-992A-2640280236D9}" srcOrd="1" destOrd="0" presId="urn:microsoft.com/office/officeart/2005/8/layout/list1"/>
    <dgm:cxn modelId="{96DA8FB6-22FA-4A3E-99C5-4302E2A644E3}" type="presParOf" srcId="{32C5B94A-9651-4B17-A21F-5DB0AC79C877}" destId="{F39A5E8D-BDB3-44BD-B8D2-316954DEE02D}" srcOrd="9" destOrd="0" presId="urn:microsoft.com/office/officeart/2005/8/layout/list1"/>
    <dgm:cxn modelId="{A27B425C-6FBB-4DD3-A184-0864062F4633}" type="presParOf" srcId="{32C5B94A-9651-4B17-A21F-5DB0AC79C877}" destId="{7BC09889-5EAE-48DC-B8FD-30DE6D11382F}" srcOrd="10" destOrd="0" presId="urn:microsoft.com/office/officeart/2005/8/layout/lis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359D29-6C53-4C46-8111-5BC7F6589FEA}" type="doc">
      <dgm:prSet loTypeId="urn:microsoft.com/office/officeart/2005/8/layout/hierarchy3" loCatId="relationship" qsTypeId="urn:microsoft.com/office/officeart/2005/8/quickstyle/3d6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F47EF54-8E93-4607-80C7-D3878F5D58E5}">
      <dgm:prSet phldrT="[Text]" custT="1"/>
      <dgm:spPr/>
      <dgm:t>
        <a:bodyPr/>
        <a:lstStyle/>
        <a:p>
          <a:r>
            <a:rPr lang="en-US" sz="2400" dirty="0" smtClean="0"/>
            <a:t>Classification</a:t>
          </a:r>
          <a:endParaRPr lang="en-US" sz="2400" dirty="0"/>
        </a:p>
      </dgm:t>
    </dgm:pt>
    <dgm:pt modelId="{462E8AEB-7F51-4DED-BAA4-3C21F420B9E8}" type="parTrans" cxnId="{5652C749-DC4D-4601-91E1-E75BA3B7EE2A}">
      <dgm:prSet/>
      <dgm:spPr/>
      <dgm:t>
        <a:bodyPr/>
        <a:lstStyle/>
        <a:p>
          <a:endParaRPr lang="en-US"/>
        </a:p>
      </dgm:t>
    </dgm:pt>
    <dgm:pt modelId="{25E388FC-98C6-46D7-B248-AA0B07ED6409}" type="sibTrans" cxnId="{5652C749-DC4D-4601-91E1-E75BA3B7EE2A}">
      <dgm:prSet/>
      <dgm:spPr/>
      <dgm:t>
        <a:bodyPr/>
        <a:lstStyle/>
        <a:p>
          <a:endParaRPr lang="en-US"/>
        </a:p>
      </dgm:t>
    </dgm:pt>
    <dgm:pt modelId="{70B90D90-9285-411F-B56E-D8609443DEAF}">
      <dgm:prSet phldrT="[Text]" custT="1"/>
      <dgm:spPr/>
      <dgm:t>
        <a:bodyPr/>
        <a:lstStyle/>
        <a:p>
          <a:r>
            <a:rPr lang="en-US" sz="1600" dirty="0" smtClean="0"/>
            <a:t>K-Nearest Neighbor</a:t>
          </a:r>
          <a:endParaRPr lang="en-US" sz="1600" dirty="0"/>
        </a:p>
      </dgm:t>
    </dgm:pt>
    <dgm:pt modelId="{BBE70C26-8502-425F-95D7-49D9BCE56B7D}" type="parTrans" cxnId="{DEE66108-F7BA-4317-934E-17B7B2110484}">
      <dgm:prSet/>
      <dgm:spPr/>
      <dgm:t>
        <a:bodyPr/>
        <a:lstStyle/>
        <a:p>
          <a:endParaRPr lang="en-US"/>
        </a:p>
      </dgm:t>
    </dgm:pt>
    <dgm:pt modelId="{4B3ED7BC-2BD8-4744-BD37-AAD11F70DC3A}" type="sibTrans" cxnId="{DEE66108-F7BA-4317-934E-17B7B2110484}">
      <dgm:prSet/>
      <dgm:spPr/>
      <dgm:t>
        <a:bodyPr/>
        <a:lstStyle/>
        <a:p>
          <a:endParaRPr lang="en-US"/>
        </a:p>
      </dgm:t>
    </dgm:pt>
    <dgm:pt modelId="{54D20CE6-F321-47A6-A5FC-FA87C2C826B6}">
      <dgm:prSet phldrT="[Text]" custT="1"/>
      <dgm:spPr/>
      <dgm:t>
        <a:bodyPr/>
        <a:lstStyle/>
        <a:p>
          <a:r>
            <a:rPr lang="en-US" sz="1800" dirty="0" smtClean="0"/>
            <a:t>Stochastic Gradient Descent</a:t>
          </a:r>
          <a:endParaRPr lang="en-US" sz="1800" dirty="0"/>
        </a:p>
      </dgm:t>
    </dgm:pt>
    <dgm:pt modelId="{7F4F596B-938B-45A9-81FA-25852305601B}" type="parTrans" cxnId="{32266476-4B31-4732-A8C6-BA4DDD22C33A}">
      <dgm:prSet/>
      <dgm:spPr/>
      <dgm:t>
        <a:bodyPr/>
        <a:lstStyle/>
        <a:p>
          <a:endParaRPr lang="en-US"/>
        </a:p>
      </dgm:t>
    </dgm:pt>
    <dgm:pt modelId="{0B26A487-EAFF-4334-B0E0-B4B6B6233756}" type="sibTrans" cxnId="{32266476-4B31-4732-A8C6-BA4DDD22C33A}">
      <dgm:prSet/>
      <dgm:spPr/>
      <dgm:t>
        <a:bodyPr/>
        <a:lstStyle/>
        <a:p>
          <a:endParaRPr lang="en-US"/>
        </a:p>
      </dgm:t>
    </dgm:pt>
    <dgm:pt modelId="{425FD927-0991-4E74-8BE6-1795C4CB5995}">
      <dgm:prSet phldrT="[Text]"/>
      <dgm:spPr/>
      <dgm:t>
        <a:bodyPr/>
        <a:lstStyle/>
        <a:p>
          <a:r>
            <a:rPr lang="en-US" dirty="0" smtClean="0"/>
            <a:t>Regression</a:t>
          </a:r>
          <a:endParaRPr lang="en-US" dirty="0"/>
        </a:p>
      </dgm:t>
    </dgm:pt>
    <dgm:pt modelId="{BF96B32D-B91C-4504-8D34-966270871897}" type="parTrans" cxnId="{72701B9C-8BC4-489C-B94B-0764164C4D05}">
      <dgm:prSet/>
      <dgm:spPr/>
      <dgm:t>
        <a:bodyPr/>
        <a:lstStyle/>
        <a:p>
          <a:endParaRPr lang="en-US"/>
        </a:p>
      </dgm:t>
    </dgm:pt>
    <dgm:pt modelId="{FE925BA7-8BBC-44C7-960A-AD9642A3F9B8}" type="sibTrans" cxnId="{72701B9C-8BC4-489C-B94B-0764164C4D05}">
      <dgm:prSet/>
      <dgm:spPr/>
      <dgm:t>
        <a:bodyPr/>
        <a:lstStyle/>
        <a:p>
          <a:endParaRPr lang="en-US"/>
        </a:p>
      </dgm:t>
    </dgm:pt>
    <dgm:pt modelId="{C84967DF-27A4-461D-A595-4A7C64BC59B7}">
      <dgm:prSet phldrT="[Text]" custT="1"/>
      <dgm:spPr/>
      <dgm:t>
        <a:bodyPr/>
        <a:lstStyle/>
        <a:p>
          <a:r>
            <a:rPr lang="en-US" sz="1800" dirty="0" smtClean="0"/>
            <a:t>Linear Regression</a:t>
          </a:r>
          <a:endParaRPr lang="en-US" sz="1800" dirty="0"/>
        </a:p>
      </dgm:t>
    </dgm:pt>
    <dgm:pt modelId="{A7DBDF87-4C89-4253-A860-6BC44AA94434}" type="parTrans" cxnId="{C60F547B-B42B-4DF9-96C0-88FFDB8B8F35}">
      <dgm:prSet/>
      <dgm:spPr/>
      <dgm:t>
        <a:bodyPr/>
        <a:lstStyle/>
        <a:p>
          <a:endParaRPr lang="en-US"/>
        </a:p>
      </dgm:t>
    </dgm:pt>
    <dgm:pt modelId="{54C646F3-C178-413C-93D8-85CBBBE4B13F}" type="sibTrans" cxnId="{C60F547B-B42B-4DF9-96C0-88FFDB8B8F35}">
      <dgm:prSet/>
      <dgm:spPr/>
      <dgm:t>
        <a:bodyPr/>
        <a:lstStyle/>
        <a:p>
          <a:endParaRPr lang="en-US"/>
        </a:p>
      </dgm:t>
    </dgm:pt>
    <dgm:pt modelId="{2E45D4C0-CDFF-4DAB-93B7-8250306FFEA3}">
      <dgm:prSet phldrT="[Text]" custT="1"/>
      <dgm:spPr/>
      <dgm:t>
        <a:bodyPr/>
        <a:lstStyle/>
        <a:p>
          <a:r>
            <a:rPr lang="en-US" sz="1800" dirty="0" smtClean="0"/>
            <a:t>Polynomial Regression</a:t>
          </a:r>
          <a:endParaRPr lang="en-US" sz="1800" dirty="0"/>
        </a:p>
      </dgm:t>
    </dgm:pt>
    <dgm:pt modelId="{AB050BB9-4AC6-4713-85E9-47F818F29360}" type="parTrans" cxnId="{3831D441-C439-4F7F-B50E-A9E2F3F6AFBD}">
      <dgm:prSet/>
      <dgm:spPr/>
      <dgm:t>
        <a:bodyPr/>
        <a:lstStyle/>
        <a:p>
          <a:endParaRPr lang="en-US"/>
        </a:p>
      </dgm:t>
    </dgm:pt>
    <dgm:pt modelId="{AB38F3CE-51DE-4156-BCE7-FC38C8A6CD9C}" type="sibTrans" cxnId="{3831D441-C439-4F7F-B50E-A9E2F3F6AFBD}">
      <dgm:prSet/>
      <dgm:spPr/>
      <dgm:t>
        <a:bodyPr/>
        <a:lstStyle/>
        <a:p>
          <a:endParaRPr lang="en-US"/>
        </a:p>
      </dgm:t>
    </dgm:pt>
    <dgm:pt modelId="{55264807-E794-4D6A-90DF-EC04ABA21D6A}">
      <dgm:prSet phldrT="[Text]" custT="1"/>
      <dgm:spPr/>
      <dgm:t>
        <a:bodyPr/>
        <a:lstStyle/>
        <a:p>
          <a:r>
            <a:rPr lang="en-US" sz="1800" dirty="0" smtClean="0"/>
            <a:t>Support Vector Machine</a:t>
          </a:r>
          <a:endParaRPr lang="en-US" sz="1800" dirty="0"/>
        </a:p>
      </dgm:t>
    </dgm:pt>
    <dgm:pt modelId="{8D7C1C52-C8C4-4346-A952-58322FFCBD03}" type="parTrans" cxnId="{DE020DCD-8945-4527-9470-703635ACEF42}">
      <dgm:prSet/>
      <dgm:spPr/>
      <dgm:t>
        <a:bodyPr/>
        <a:lstStyle/>
        <a:p>
          <a:endParaRPr lang="en-US"/>
        </a:p>
      </dgm:t>
    </dgm:pt>
    <dgm:pt modelId="{EFB3DB30-3275-42CD-837C-912C29A7604D}" type="sibTrans" cxnId="{DE020DCD-8945-4527-9470-703635ACEF42}">
      <dgm:prSet/>
      <dgm:spPr/>
      <dgm:t>
        <a:bodyPr/>
        <a:lstStyle/>
        <a:p>
          <a:endParaRPr lang="en-US"/>
        </a:p>
      </dgm:t>
    </dgm:pt>
    <dgm:pt modelId="{A328C267-19DE-4AE0-AD21-7FD739D28A5B}">
      <dgm:prSet phldrT="[Text]" custT="1"/>
      <dgm:spPr/>
      <dgm:t>
        <a:bodyPr/>
        <a:lstStyle/>
        <a:p>
          <a:r>
            <a:rPr lang="en-US" sz="1800" dirty="0" smtClean="0"/>
            <a:t>Decision tree</a:t>
          </a:r>
          <a:endParaRPr lang="en-US" sz="1800" dirty="0"/>
        </a:p>
      </dgm:t>
    </dgm:pt>
    <dgm:pt modelId="{6D16AAB2-F371-4D63-BDAE-0CFB703F4D98}" type="parTrans" cxnId="{A66863A5-AEF3-4CDF-8301-8282445CF91D}">
      <dgm:prSet/>
      <dgm:spPr/>
      <dgm:t>
        <a:bodyPr/>
        <a:lstStyle/>
        <a:p>
          <a:endParaRPr lang="en-US"/>
        </a:p>
      </dgm:t>
    </dgm:pt>
    <dgm:pt modelId="{3D05182D-2987-4DC3-82DC-5BFA5FDA7364}" type="sibTrans" cxnId="{A66863A5-AEF3-4CDF-8301-8282445CF91D}">
      <dgm:prSet/>
      <dgm:spPr/>
      <dgm:t>
        <a:bodyPr/>
        <a:lstStyle/>
        <a:p>
          <a:endParaRPr lang="en-US"/>
        </a:p>
      </dgm:t>
    </dgm:pt>
    <dgm:pt modelId="{B7210C98-8F7B-47B7-8E36-4612244187DF}">
      <dgm:prSet phldrT="[Text]" custT="1"/>
      <dgm:spPr/>
      <dgm:t>
        <a:bodyPr/>
        <a:lstStyle/>
        <a:p>
          <a:r>
            <a:rPr lang="en-US" sz="1800" dirty="0" smtClean="0"/>
            <a:t>Random Forest</a:t>
          </a:r>
          <a:endParaRPr lang="en-US" sz="1800" dirty="0"/>
        </a:p>
      </dgm:t>
    </dgm:pt>
    <dgm:pt modelId="{31C6AB85-9B51-4FF2-9A59-025B88AD1722}" type="parTrans" cxnId="{0D78BFE3-9189-4BDD-811B-806C203EA065}">
      <dgm:prSet/>
      <dgm:spPr/>
      <dgm:t>
        <a:bodyPr/>
        <a:lstStyle/>
        <a:p>
          <a:endParaRPr lang="en-US"/>
        </a:p>
      </dgm:t>
    </dgm:pt>
    <dgm:pt modelId="{2FE68411-9D3D-432D-980E-2B16EFB7735A}" type="sibTrans" cxnId="{0D78BFE3-9189-4BDD-811B-806C203EA065}">
      <dgm:prSet/>
      <dgm:spPr/>
      <dgm:t>
        <a:bodyPr/>
        <a:lstStyle/>
        <a:p>
          <a:endParaRPr lang="en-US"/>
        </a:p>
      </dgm:t>
    </dgm:pt>
    <dgm:pt modelId="{0E5B4E92-BA64-4633-AEF8-E6FA4D1101A6}">
      <dgm:prSet phldrT="[Text]" custT="1"/>
      <dgm:spPr/>
      <dgm:t>
        <a:bodyPr/>
        <a:lstStyle/>
        <a:p>
          <a:r>
            <a:rPr lang="en-US" sz="1800" dirty="0" smtClean="0"/>
            <a:t>Naïve </a:t>
          </a:r>
          <a:r>
            <a:rPr lang="en-US" sz="1800" dirty="0" err="1" smtClean="0"/>
            <a:t>Bayes</a:t>
          </a:r>
          <a:endParaRPr lang="en-US" sz="1800" dirty="0"/>
        </a:p>
      </dgm:t>
    </dgm:pt>
    <dgm:pt modelId="{6FEA3150-D8CE-42BF-8379-06A79F932C29}" type="parTrans" cxnId="{4E7326E9-A032-4CDB-8B5B-0C9192EA4378}">
      <dgm:prSet/>
      <dgm:spPr/>
      <dgm:t>
        <a:bodyPr/>
        <a:lstStyle/>
        <a:p>
          <a:endParaRPr lang="en-US"/>
        </a:p>
      </dgm:t>
    </dgm:pt>
    <dgm:pt modelId="{9DF0056E-73F4-44D7-BC56-7C55CF8CD2A6}" type="sibTrans" cxnId="{4E7326E9-A032-4CDB-8B5B-0C9192EA4378}">
      <dgm:prSet/>
      <dgm:spPr/>
      <dgm:t>
        <a:bodyPr/>
        <a:lstStyle/>
        <a:p>
          <a:endParaRPr lang="en-US"/>
        </a:p>
      </dgm:t>
    </dgm:pt>
    <dgm:pt modelId="{2C18D534-E841-49A7-A21A-71BCAA557426}">
      <dgm:prSet phldrT="[Text]" custT="1"/>
      <dgm:spPr/>
      <dgm:t>
        <a:bodyPr/>
        <a:lstStyle/>
        <a:p>
          <a:r>
            <a:rPr lang="en-US" sz="1800" dirty="0" smtClean="0"/>
            <a:t>Neural</a:t>
          </a:r>
          <a:r>
            <a:rPr lang="en-US" sz="900" dirty="0" smtClean="0"/>
            <a:t> </a:t>
          </a:r>
          <a:r>
            <a:rPr lang="en-US" sz="1800" dirty="0" smtClean="0"/>
            <a:t>Network</a:t>
          </a:r>
          <a:endParaRPr lang="en-US" sz="1800" dirty="0"/>
        </a:p>
      </dgm:t>
    </dgm:pt>
    <dgm:pt modelId="{AE2A0C8A-9470-40F3-89AF-70315D03AD4E}" type="parTrans" cxnId="{39A18898-086A-49BA-9735-6DE8148FAD94}">
      <dgm:prSet/>
      <dgm:spPr/>
      <dgm:t>
        <a:bodyPr/>
        <a:lstStyle/>
        <a:p>
          <a:endParaRPr lang="en-US"/>
        </a:p>
      </dgm:t>
    </dgm:pt>
    <dgm:pt modelId="{9DD5101C-3F87-4B24-A45A-B02BB370269C}" type="sibTrans" cxnId="{39A18898-086A-49BA-9735-6DE8148FAD94}">
      <dgm:prSet/>
      <dgm:spPr/>
      <dgm:t>
        <a:bodyPr/>
        <a:lstStyle/>
        <a:p>
          <a:endParaRPr lang="en-US"/>
        </a:p>
      </dgm:t>
    </dgm:pt>
    <dgm:pt modelId="{D9296CFA-6928-40D3-BABA-FD143B90BA65}" type="pres">
      <dgm:prSet presAssocID="{AE359D29-6C53-4C46-8111-5BC7F6589FE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E84805-89C6-4E62-BAC9-198989A38E0C}" type="pres">
      <dgm:prSet presAssocID="{7F47EF54-8E93-4607-80C7-D3878F5D58E5}" presName="root" presStyleCnt="0"/>
      <dgm:spPr/>
    </dgm:pt>
    <dgm:pt modelId="{B29543C9-F42C-473B-8B8F-BEB3004B7491}" type="pres">
      <dgm:prSet presAssocID="{7F47EF54-8E93-4607-80C7-D3878F5D58E5}" presName="rootComposite" presStyleCnt="0"/>
      <dgm:spPr/>
    </dgm:pt>
    <dgm:pt modelId="{D5B3F587-A5F3-43AC-A7EC-A095697009E4}" type="pres">
      <dgm:prSet presAssocID="{7F47EF54-8E93-4607-80C7-D3878F5D58E5}" presName="rootText" presStyleLbl="node1" presStyleIdx="0" presStyleCnt="2" custScaleX="228045" custScaleY="198459"/>
      <dgm:spPr/>
      <dgm:t>
        <a:bodyPr/>
        <a:lstStyle/>
        <a:p>
          <a:endParaRPr lang="en-US"/>
        </a:p>
      </dgm:t>
    </dgm:pt>
    <dgm:pt modelId="{2843D588-8D2A-4E4F-948B-14F0D83B5EB1}" type="pres">
      <dgm:prSet presAssocID="{7F47EF54-8E93-4607-80C7-D3878F5D58E5}" presName="rootConnector" presStyleLbl="node1" presStyleIdx="0" presStyleCnt="2"/>
      <dgm:spPr/>
    </dgm:pt>
    <dgm:pt modelId="{BAD32CB7-7796-4932-B600-0253C1268802}" type="pres">
      <dgm:prSet presAssocID="{7F47EF54-8E93-4607-80C7-D3878F5D58E5}" presName="childShape" presStyleCnt="0"/>
      <dgm:spPr/>
    </dgm:pt>
    <dgm:pt modelId="{561C0352-3A70-496C-9587-428A69202DDD}" type="pres">
      <dgm:prSet presAssocID="{BBE70C26-8502-425F-95D7-49D9BCE56B7D}" presName="Name13" presStyleLbl="parChTrans1D2" presStyleIdx="0" presStyleCnt="9"/>
      <dgm:spPr/>
    </dgm:pt>
    <dgm:pt modelId="{B50687E3-FD2D-445F-B443-E9773962DA18}" type="pres">
      <dgm:prSet presAssocID="{70B90D90-9285-411F-B56E-D8609443DEAF}" presName="childText" presStyleLbl="bgAcc1" presStyleIdx="0" presStyleCnt="9" custScaleX="316560" custScaleY="109731" custLinFactNeighborX="1339" custLinFactNeighborY="-32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C78C51-57B9-4377-9C9E-86219BC740F8}" type="pres">
      <dgm:prSet presAssocID="{8D7C1C52-C8C4-4346-A952-58322FFCBD03}" presName="Name13" presStyleLbl="parChTrans1D2" presStyleIdx="1" presStyleCnt="9"/>
      <dgm:spPr/>
    </dgm:pt>
    <dgm:pt modelId="{36933B33-61D7-471B-A46C-45E7A0B4BF1D}" type="pres">
      <dgm:prSet presAssocID="{55264807-E794-4D6A-90DF-EC04ABA21D6A}" presName="childText" presStyleLbl="bgAcc1" presStyleIdx="1" presStyleCnt="9" custScaleX="318207" custScaleY="1349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C9AFA3-309B-438A-8805-39A0546B49D8}" type="pres">
      <dgm:prSet presAssocID="{6D16AAB2-F371-4D63-BDAE-0CFB703F4D98}" presName="Name13" presStyleLbl="parChTrans1D2" presStyleIdx="2" presStyleCnt="9"/>
      <dgm:spPr/>
    </dgm:pt>
    <dgm:pt modelId="{84B30A9B-4523-46F4-98BC-0F77521DD861}" type="pres">
      <dgm:prSet presAssocID="{A328C267-19DE-4AE0-AD21-7FD739D28A5B}" presName="childText" presStyleLbl="bgAcc1" presStyleIdx="2" presStyleCnt="9" custScaleX="312014" custScaleY="84563">
        <dgm:presLayoutVars>
          <dgm:bulletEnabled val="1"/>
        </dgm:presLayoutVars>
      </dgm:prSet>
      <dgm:spPr/>
    </dgm:pt>
    <dgm:pt modelId="{BBF4C89C-458B-4805-8931-7E7BEBCD7AFD}" type="pres">
      <dgm:prSet presAssocID="{31C6AB85-9B51-4FF2-9A59-025B88AD1722}" presName="Name13" presStyleLbl="parChTrans1D2" presStyleIdx="3" presStyleCnt="9"/>
      <dgm:spPr/>
    </dgm:pt>
    <dgm:pt modelId="{3D47B13F-1043-4783-972E-C6232BFB8AE4}" type="pres">
      <dgm:prSet presAssocID="{B7210C98-8F7B-47B7-8E36-4612244187DF}" presName="childText" presStyleLbl="bgAcc1" presStyleIdx="3" presStyleCnt="9" custScaleX="313159" custScaleY="102591">
        <dgm:presLayoutVars>
          <dgm:bulletEnabled val="1"/>
        </dgm:presLayoutVars>
      </dgm:prSet>
      <dgm:spPr/>
    </dgm:pt>
    <dgm:pt modelId="{61C0A719-87D9-47D0-AC9D-7C5CACA7D1DF}" type="pres">
      <dgm:prSet presAssocID="{6FEA3150-D8CE-42BF-8379-06A79F932C29}" presName="Name13" presStyleLbl="parChTrans1D2" presStyleIdx="4" presStyleCnt="9"/>
      <dgm:spPr/>
    </dgm:pt>
    <dgm:pt modelId="{982CA65A-F9D5-4D47-A5AB-8605FA4CB51D}" type="pres">
      <dgm:prSet presAssocID="{0E5B4E92-BA64-4633-AEF8-E6FA4D1101A6}" presName="childText" presStyleLbl="bgAcc1" presStyleIdx="4" presStyleCnt="9" custScaleX="323346" custScaleY="10095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AD5C5D-831E-4B63-BC1F-2EFCA7A9E271}" type="pres">
      <dgm:prSet presAssocID="{AE2A0C8A-9470-40F3-89AF-70315D03AD4E}" presName="Name13" presStyleLbl="parChTrans1D2" presStyleIdx="5" presStyleCnt="9"/>
      <dgm:spPr/>
    </dgm:pt>
    <dgm:pt modelId="{23DBC786-B3F1-4AAA-975A-8C790422368F}" type="pres">
      <dgm:prSet presAssocID="{2C18D534-E841-49A7-A21A-71BCAA557426}" presName="childText" presStyleLbl="bgAcc1" presStyleIdx="5" presStyleCnt="9" custScaleX="390350" custScaleY="100148">
        <dgm:presLayoutVars>
          <dgm:bulletEnabled val="1"/>
        </dgm:presLayoutVars>
      </dgm:prSet>
      <dgm:spPr/>
    </dgm:pt>
    <dgm:pt modelId="{9B18C53C-B1D2-41C2-826D-DE0DC59EF8AE}" type="pres">
      <dgm:prSet presAssocID="{7F4F596B-938B-45A9-81FA-25852305601B}" presName="Name13" presStyleLbl="parChTrans1D2" presStyleIdx="6" presStyleCnt="9"/>
      <dgm:spPr/>
    </dgm:pt>
    <dgm:pt modelId="{7D6A6588-63DF-4A6A-A81C-3E1E8CA0AF9E}" type="pres">
      <dgm:prSet presAssocID="{54D20CE6-F321-47A6-A5FC-FA87C2C826B6}" presName="childText" presStyleLbl="bgAcc1" presStyleIdx="6" presStyleCnt="9" custScaleX="424362">
        <dgm:presLayoutVars>
          <dgm:bulletEnabled val="1"/>
        </dgm:presLayoutVars>
      </dgm:prSet>
      <dgm:spPr/>
    </dgm:pt>
    <dgm:pt modelId="{5E919214-CB0C-4624-8394-FEF15E7E04AC}" type="pres">
      <dgm:prSet presAssocID="{425FD927-0991-4E74-8BE6-1795C4CB5995}" presName="root" presStyleCnt="0"/>
      <dgm:spPr/>
    </dgm:pt>
    <dgm:pt modelId="{01D3EC74-C75B-4DCC-9CA4-D2238924189E}" type="pres">
      <dgm:prSet presAssocID="{425FD927-0991-4E74-8BE6-1795C4CB5995}" presName="rootComposite" presStyleCnt="0"/>
      <dgm:spPr/>
    </dgm:pt>
    <dgm:pt modelId="{005D8796-3778-419A-9FE7-A828F389CDB3}" type="pres">
      <dgm:prSet presAssocID="{425FD927-0991-4E74-8BE6-1795C4CB5995}" presName="rootText" presStyleLbl="node1" presStyleIdx="1" presStyleCnt="2" custScaleX="205382" custScaleY="204597" custLinFactNeighborX="57785" custLinFactNeighborY="-6030"/>
      <dgm:spPr/>
      <dgm:t>
        <a:bodyPr/>
        <a:lstStyle/>
        <a:p>
          <a:endParaRPr lang="en-US"/>
        </a:p>
      </dgm:t>
    </dgm:pt>
    <dgm:pt modelId="{7725C2BE-031F-412D-A154-AACCF085C7F4}" type="pres">
      <dgm:prSet presAssocID="{425FD927-0991-4E74-8BE6-1795C4CB5995}" presName="rootConnector" presStyleLbl="node1" presStyleIdx="1" presStyleCnt="2"/>
      <dgm:spPr/>
    </dgm:pt>
    <dgm:pt modelId="{8074BC22-AF4B-4860-B61D-F025534768C3}" type="pres">
      <dgm:prSet presAssocID="{425FD927-0991-4E74-8BE6-1795C4CB5995}" presName="childShape" presStyleCnt="0"/>
      <dgm:spPr/>
    </dgm:pt>
    <dgm:pt modelId="{2B5F92F6-A83E-4F4B-AB15-1B4C487BD4E7}" type="pres">
      <dgm:prSet presAssocID="{A7DBDF87-4C89-4253-A860-6BC44AA94434}" presName="Name13" presStyleLbl="parChTrans1D2" presStyleIdx="7" presStyleCnt="9"/>
      <dgm:spPr/>
    </dgm:pt>
    <dgm:pt modelId="{1E7BAEC5-74DB-427F-9A55-87C63D3D39F5}" type="pres">
      <dgm:prSet presAssocID="{C84967DF-27A4-461D-A595-4A7C64BC59B7}" presName="childText" presStyleLbl="bgAcc1" presStyleIdx="7" presStyleCnt="9" custScaleX="337110" custScaleY="124507" custLinFactNeighborX="54388" custLinFactNeighborY="-3346">
        <dgm:presLayoutVars>
          <dgm:bulletEnabled val="1"/>
        </dgm:presLayoutVars>
      </dgm:prSet>
      <dgm:spPr/>
    </dgm:pt>
    <dgm:pt modelId="{F4982E7A-6EA9-4E77-BB99-9D7CBA6D8F4A}" type="pres">
      <dgm:prSet presAssocID="{AB050BB9-4AC6-4713-85E9-47F818F29360}" presName="Name13" presStyleLbl="parChTrans1D2" presStyleIdx="8" presStyleCnt="9"/>
      <dgm:spPr/>
    </dgm:pt>
    <dgm:pt modelId="{4F4BBDF5-6E39-4F8E-91D4-883182B6BA4E}" type="pres">
      <dgm:prSet presAssocID="{2E45D4C0-CDFF-4DAB-93B7-8250306FFEA3}" presName="childText" presStyleLbl="bgAcc1" presStyleIdx="8" presStyleCnt="9" custScaleX="358901" custScaleY="139282" custLinFactNeighborX="54388" custLinFactNeighborY="795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717520-3D9D-4C24-864F-1275C8B7F80A}" type="presOf" srcId="{8D7C1C52-C8C4-4346-A952-58322FFCBD03}" destId="{B3C78C51-57B9-4377-9C9E-86219BC740F8}" srcOrd="0" destOrd="0" presId="urn:microsoft.com/office/officeart/2005/8/layout/hierarchy3"/>
    <dgm:cxn modelId="{39A18898-086A-49BA-9735-6DE8148FAD94}" srcId="{7F47EF54-8E93-4607-80C7-D3878F5D58E5}" destId="{2C18D534-E841-49A7-A21A-71BCAA557426}" srcOrd="5" destOrd="0" parTransId="{AE2A0C8A-9470-40F3-89AF-70315D03AD4E}" sibTransId="{9DD5101C-3F87-4B24-A45A-B02BB370269C}"/>
    <dgm:cxn modelId="{CF5F2E5C-EF62-4D72-8C26-67954F643217}" type="presOf" srcId="{A7DBDF87-4C89-4253-A860-6BC44AA94434}" destId="{2B5F92F6-A83E-4F4B-AB15-1B4C487BD4E7}" srcOrd="0" destOrd="0" presId="urn:microsoft.com/office/officeart/2005/8/layout/hierarchy3"/>
    <dgm:cxn modelId="{53F99493-9D8A-4D9E-9CCC-63996F2B78C3}" type="presOf" srcId="{55264807-E794-4D6A-90DF-EC04ABA21D6A}" destId="{36933B33-61D7-471B-A46C-45E7A0B4BF1D}" srcOrd="0" destOrd="0" presId="urn:microsoft.com/office/officeart/2005/8/layout/hierarchy3"/>
    <dgm:cxn modelId="{DEE66108-F7BA-4317-934E-17B7B2110484}" srcId="{7F47EF54-8E93-4607-80C7-D3878F5D58E5}" destId="{70B90D90-9285-411F-B56E-D8609443DEAF}" srcOrd="0" destOrd="0" parTransId="{BBE70C26-8502-425F-95D7-49D9BCE56B7D}" sibTransId="{4B3ED7BC-2BD8-4744-BD37-AAD11F70DC3A}"/>
    <dgm:cxn modelId="{0429CEE9-C8EB-42E8-BD98-46D27E7D114A}" type="presOf" srcId="{AE359D29-6C53-4C46-8111-5BC7F6589FEA}" destId="{D9296CFA-6928-40D3-BABA-FD143B90BA65}" srcOrd="0" destOrd="0" presId="urn:microsoft.com/office/officeart/2005/8/layout/hierarchy3"/>
    <dgm:cxn modelId="{DE020DCD-8945-4527-9470-703635ACEF42}" srcId="{7F47EF54-8E93-4607-80C7-D3878F5D58E5}" destId="{55264807-E794-4D6A-90DF-EC04ABA21D6A}" srcOrd="1" destOrd="0" parTransId="{8D7C1C52-C8C4-4346-A952-58322FFCBD03}" sibTransId="{EFB3DB30-3275-42CD-837C-912C29A7604D}"/>
    <dgm:cxn modelId="{FA927D28-BD9F-4D48-AC82-854E252B9DD5}" type="presOf" srcId="{2E45D4C0-CDFF-4DAB-93B7-8250306FFEA3}" destId="{4F4BBDF5-6E39-4F8E-91D4-883182B6BA4E}" srcOrd="0" destOrd="0" presId="urn:microsoft.com/office/officeart/2005/8/layout/hierarchy3"/>
    <dgm:cxn modelId="{32266476-4B31-4732-A8C6-BA4DDD22C33A}" srcId="{7F47EF54-8E93-4607-80C7-D3878F5D58E5}" destId="{54D20CE6-F321-47A6-A5FC-FA87C2C826B6}" srcOrd="6" destOrd="0" parTransId="{7F4F596B-938B-45A9-81FA-25852305601B}" sibTransId="{0B26A487-EAFF-4334-B0E0-B4B6B6233756}"/>
    <dgm:cxn modelId="{7D5A8D06-C681-464E-BB4B-1DA109919DC0}" type="presOf" srcId="{7F47EF54-8E93-4607-80C7-D3878F5D58E5}" destId="{2843D588-8D2A-4E4F-948B-14F0D83B5EB1}" srcOrd="1" destOrd="0" presId="urn:microsoft.com/office/officeart/2005/8/layout/hierarchy3"/>
    <dgm:cxn modelId="{D0E4C49B-AD26-40C3-BEC5-AA822A3BABE9}" type="presOf" srcId="{31C6AB85-9B51-4FF2-9A59-025B88AD1722}" destId="{BBF4C89C-458B-4805-8931-7E7BEBCD7AFD}" srcOrd="0" destOrd="0" presId="urn:microsoft.com/office/officeart/2005/8/layout/hierarchy3"/>
    <dgm:cxn modelId="{DE06EEF9-A7A4-4A83-A03D-6DFE278ADC0C}" type="presOf" srcId="{C84967DF-27A4-461D-A595-4A7C64BC59B7}" destId="{1E7BAEC5-74DB-427F-9A55-87C63D3D39F5}" srcOrd="0" destOrd="0" presId="urn:microsoft.com/office/officeart/2005/8/layout/hierarchy3"/>
    <dgm:cxn modelId="{3831D441-C439-4F7F-B50E-A9E2F3F6AFBD}" srcId="{425FD927-0991-4E74-8BE6-1795C4CB5995}" destId="{2E45D4C0-CDFF-4DAB-93B7-8250306FFEA3}" srcOrd="1" destOrd="0" parTransId="{AB050BB9-4AC6-4713-85E9-47F818F29360}" sibTransId="{AB38F3CE-51DE-4156-BCE7-FC38C8A6CD9C}"/>
    <dgm:cxn modelId="{02036F12-350B-48E5-8047-4D213CEABBCB}" type="presOf" srcId="{BBE70C26-8502-425F-95D7-49D9BCE56B7D}" destId="{561C0352-3A70-496C-9587-428A69202DDD}" srcOrd="0" destOrd="0" presId="urn:microsoft.com/office/officeart/2005/8/layout/hierarchy3"/>
    <dgm:cxn modelId="{B3A0AA37-EBEF-47C5-8E4A-8A22E11E9DBD}" type="presOf" srcId="{AB050BB9-4AC6-4713-85E9-47F818F29360}" destId="{F4982E7A-6EA9-4E77-BB99-9D7CBA6D8F4A}" srcOrd="0" destOrd="0" presId="urn:microsoft.com/office/officeart/2005/8/layout/hierarchy3"/>
    <dgm:cxn modelId="{961AC0F5-67E8-4DB1-9787-5D05DAA064DF}" type="presOf" srcId="{B7210C98-8F7B-47B7-8E36-4612244187DF}" destId="{3D47B13F-1043-4783-972E-C6232BFB8AE4}" srcOrd="0" destOrd="0" presId="urn:microsoft.com/office/officeart/2005/8/layout/hierarchy3"/>
    <dgm:cxn modelId="{40CEAF23-360B-4BEE-9737-4C17015CFEE5}" type="presOf" srcId="{6D16AAB2-F371-4D63-BDAE-0CFB703F4D98}" destId="{97C9AFA3-309B-438A-8805-39A0546B49D8}" srcOrd="0" destOrd="0" presId="urn:microsoft.com/office/officeart/2005/8/layout/hierarchy3"/>
    <dgm:cxn modelId="{08D19EC1-CA46-46BD-9427-A98B2CCC8A94}" type="presOf" srcId="{2C18D534-E841-49A7-A21A-71BCAA557426}" destId="{23DBC786-B3F1-4AAA-975A-8C790422368F}" srcOrd="0" destOrd="0" presId="urn:microsoft.com/office/officeart/2005/8/layout/hierarchy3"/>
    <dgm:cxn modelId="{83EC08F2-FAE7-460C-AA62-03FDE8A6F9A3}" type="presOf" srcId="{AE2A0C8A-9470-40F3-89AF-70315D03AD4E}" destId="{0DAD5C5D-831E-4B63-BC1F-2EFCA7A9E271}" srcOrd="0" destOrd="0" presId="urn:microsoft.com/office/officeart/2005/8/layout/hierarchy3"/>
    <dgm:cxn modelId="{4241F826-3507-4D4A-8907-F8B016B65E96}" type="presOf" srcId="{7F47EF54-8E93-4607-80C7-D3878F5D58E5}" destId="{D5B3F587-A5F3-43AC-A7EC-A095697009E4}" srcOrd="0" destOrd="0" presId="urn:microsoft.com/office/officeart/2005/8/layout/hierarchy3"/>
    <dgm:cxn modelId="{5652C749-DC4D-4601-91E1-E75BA3B7EE2A}" srcId="{AE359D29-6C53-4C46-8111-5BC7F6589FEA}" destId="{7F47EF54-8E93-4607-80C7-D3878F5D58E5}" srcOrd="0" destOrd="0" parTransId="{462E8AEB-7F51-4DED-BAA4-3C21F420B9E8}" sibTransId="{25E388FC-98C6-46D7-B248-AA0B07ED6409}"/>
    <dgm:cxn modelId="{0946BC01-80AF-4348-9E34-F0D2EDB07F1C}" type="presOf" srcId="{7F4F596B-938B-45A9-81FA-25852305601B}" destId="{9B18C53C-B1D2-41C2-826D-DE0DC59EF8AE}" srcOrd="0" destOrd="0" presId="urn:microsoft.com/office/officeart/2005/8/layout/hierarchy3"/>
    <dgm:cxn modelId="{C60F547B-B42B-4DF9-96C0-88FFDB8B8F35}" srcId="{425FD927-0991-4E74-8BE6-1795C4CB5995}" destId="{C84967DF-27A4-461D-A595-4A7C64BC59B7}" srcOrd="0" destOrd="0" parTransId="{A7DBDF87-4C89-4253-A860-6BC44AA94434}" sibTransId="{54C646F3-C178-413C-93D8-85CBBBE4B13F}"/>
    <dgm:cxn modelId="{72701B9C-8BC4-489C-B94B-0764164C4D05}" srcId="{AE359D29-6C53-4C46-8111-5BC7F6589FEA}" destId="{425FD927-0991-4E74-8BE6-1795C4CB5995}" srcOrd="1" destOrd="0" parTransId="{BF96B32D-B91C-4504-8D34-966270871897}" sibTransId="{FE925BA7-8BBC-44C7-960A-AD9642A3F9B8}"/>
    <dgm:cxn modelId="{4E7326E9-A032-4CDB-8B5B-0C9192EA4378}" srcId="{7F47EF54-8E93-4607-80C7-D3878F5D58E5}" destId="{0E5B4E92-BA64-4633-AEF8-E6FA4D1101A6}" srcOrd="4" destOrd="0" parTransId="{6FEA3150-D8CE-42BF-8379-06A79F932C29}" sibTransId="{9DF0056E-73F4-44D7-BC56-7C55CF8CD2A6}"/>
    <dgm:cxn modelId="{E6B057D5-35C9-4949-BDE4-8D0A712E5899}" type="presOf" srcId="{0E5B4E92-BA64-4633-AEF8-E6FA4D1101A6}" destId="{982CA65A-F9D5-4D47-A5AB-8605FA4CB51D}" srcOrd="0" destOrd="0" presId="urn:microsoft.com/office/officeart/2005/8/layout/hierarchy3"/>
    <dgm:cxn modelId="{9C6CA71A-1542-4FD1-B952-F603E1C32F9B}" type="presOf" srcId="{425FD927-0991-4E74-8BE6-1795C4CB5995}" destId="{005D8796-3778-419A-9FE7-A828F389CDB3}" srcOrd="0" destOrd="0" presId="urn:microsoft.com/office/officeart/2005/8/layout/hierarchy3"/>
    <dgm:cxn modelId="{EE64D308-19C6-4C17-8956-7FE572E3BC11}" type="presOf" srcId="{54D20CE6-F321-47A6-A5FC-FA87C2C826B6}" destId="{7D6A6588-63DF-4A6A-A81C-3E1E8CA0AF9E}" srcOrd="0" destOrd="0" presId="urn:microsoft.com/office/officeart/2005/8/layout/hierarchy3"/>
    <dgm:cxn modelId="{0D78BFE3-9189-4BDD-811B-806C203EA065}" srcId="{7F47EF54-8E93-4607-80C7-D3878F5D58E5}" destId="{B7210C98-8F7B-47B7-8E36-4612244187DF}" srcOrd="3" destOrd="0" parTransId="{31C6AB85-9B51-4FF2-9A59-025B88AD1722}" sibTransId="{2FE68411-9D3D-432D-980E-2B16EFB7735A}"/>
    <dgm:cxn modelId="{0979229E-CCE7-4600-A68F-1B7B85594EAC}" type="presOf" srcId="{6FEA3150-D8CE-42BF-8379-06A79F932C29}" destId="{61C0A719-87D9-47D0-AC9D-7C5CACA7D1DF}" srcOrd="0" destOrd="0" presId="urn:microsoft.com/office/officeart/2005/8/layout/hierarchy3"/>
    <dgm:cxn modelId="{ECA54746-70BD-4883-AAB2-C68009F7AB58}" type="presOf" srcId="{70B90D90-9285-411F-B56E-D8609443DEAF}" destId="{B50687E3-FD2D-445F-B443-E9773962DA18}" srcOrd="0" destOrd="0" presId="urn:microsoft.com/office/officeart/2005/8/layout/hierarchy3"/>
    <dgm:cxn modelId="{A66863A5-AEF3-4CDF-8301-8282445CF91D}" srcId="{7F47EF54-8E93-4607-80C7-D3878F5D58E5}" destId="{A328C267-19DE-4AE0-AD21-7FD739D28A5B}" srcOrd="2" destOrd="0" parTransId="{6D16AAB2-F371-4D63-BDAE-0CFB703F4D98}" sibTransId="{3D05182D-2987-4DC3-82DC-5BFA5FDA7364}"/>
    <dgm:cxn modelId="{B746F61B-14D4-4C40-A097-1D0564D92637}" type="presOf" srcId="{A328C267-19DE-4AE0-AD21-7FD739D28A5B}" destId="{84B30A9B-4523-46F4-98BC-0F77521DD861}" srcOrd="0" destOrd="0" presId="urn:microsoft.com/office/officeart/2005/8/layout/hierarchy3"/>
    <dgm:cxn modelId="{C62759AE-049F-4300-A6D3-305988E84ECA}" type="presOf" srcId="{425FD927-0991-4E74-8BE6-1795C4CB5995}" destId="{7725C2BE-031F-412D-A154-AACCF085C7F4}" srcOrd="1" destOrd="0" presId="urn:microsoft.com/office/officeart/2005/8/layout/hierarchy3"/>
    <dgm:cxn modelId="{F13BE074-FBD3-4DA1-A4A7-E94C641C0968}" type="presParOf" srcId="{D9296CFA-6928-40D3-BABA-FD143B90BA65}" destId="{63E84805-89C6-4E62-BAC9-198989A38E0C}" srcOrd="0" destOrd="0" presId="urn:microsoft.com/office/officeart/2005/8/layout/hierarchy3"/>
    <dgm:cxn modelId="{C142E13E-7868-48F7-B25A-BE22997E03B3}" type="presParOf" srcId="{63E84805-89C6-4E62-BAC9-198989A38E0C}" destId="{B29543C9-F42C-473B-8B8F-BEB3004B7491}" srcOrd="0" destOrd="0" presId="urn:microsoft.com/office/officeart/2005/8/layout/hierarchy3"/>
    <dgm:cxn modelId="{6E788693-DF77-46C4-BC61-CA9B4AB98EB9}" type="presParOf" srcId="{B29543C9-F42C-473B-8B8F-BEB3004B7491}" destId="{D5B3F587-A5F3-43AC-A7EC-A095697009E4}" srcOrd="0" destOrd="0" presId="urn:microsoft.com/office/officeart/2005/8/layout/hierarchy3"/>
    <dgm:cxn modelId="{0727974F-A720-49E9-A560-E1E130D4445A}" type="presParOf" srcId="{B29543C9-F42C-473B-8B8F-BEB3004B7491}" destId="{2843D588-8D2A-4E4F-948B-14F0D83B5EB1}" srcOrd="1" destOrd="0" presId="urn:microsoft.com/office/officeart/2005/8/layout/hierarchy3"/>
    <dgm:cxn modelId="{2265B000-A522-449E-A9E3-39801BE11D37}" type="presParOf" srcId="{63E84805-89C6-4E62-BAC9-198989A38E0C}" destId="{BAD32CB7-7796-4932-B600-0253C1268802}" srcOrd="1" destOrd="0" presId="urn:microsoft.com/office/officeart/2005/8/layout/hierarchy3"/>
    <dgm:cxn modelId="{805EEE0F-3630-4271-8283-6AA946BA5530}" type="presParOf" srcId="{BAD32CB7-7796-4932-B600-0253C1268802}" destId="{561C0352-3A70-496C-9587-428A69202DDD}" srcOrd="0" destOrd="0" presId="urn:microsoft.com/office/officeart/2005/8/layout/hierarchy3"/>
    <dgm:cxn modelId="{F850FAA2-C7AE-45CA-ADBF-97D9D0357DE6}" type="presParOf" srcId="{BAD32CB7-7796-4932-B600-0253C1268802}" destId="{B50687E3-FD2D-445F-B443-E9773962DA18}" srcOrd="1" destOrd="0" presId="urn:microsoft.com/office/officeart/2005/8/layout/hierarchy3"/>
    <dgm:cxn modelId="{DA734490-6409-4906-8686-7A14F935CF83}" type="presParOf" srcId="{BAD32CB7-7796-4932-B600-0253C1268802}" destId="{B3C78C51-57B9-4377-9C9E-86219BC740F8}" srcOrd="2" destOrd="0" presId="urn:microsoft.com/office/officeart/2005/8/layout/hierarchy3"/>
    <dgm:cxn modelId="{6AED7A51-08AC-495C-A921-7DDF748F4DB4}" type="presParOf" srcId="{BAD32CB7-7796-4932-B600-0253C1268802}" destId="{36933B33-61D7-471B-A46C-45E7A0B4BF1D}" srcOrd="3" destOrd="0" presId="urn:microsoft.com/office/officeart/2005/8/layout/hierarchy3"/>
    <dgm:cxn modelId="{456A8DBA-FE81-4759-9A11-906315DC886D}" type="presParOf" srcId="{BAD32CB7-7796-4932-B600-0253C1268802}" destId="{97C9AFA3-309B-438A-8805-39A0546B49D8}" srcOrd="4" destOrd="0" presId="urn:microsoft.com/office/officeart/2005/8/layout/hierarchy3"/>
    <dgm:cxn modelId="{43CA6C53-9DAA-4CC8-BC13-00D13F96F7FF}" type="presParOf" srcId="{BAD32CB7-7796-4932-B600-0253C1268802}" destId="{84B30A9B-4523-46F4-98BC-0F77521DD861}" srcOrd="5" destOrd="0" presId="urn:microsoft.com/office/officeart/2005/8/layout/hierarchy3"/>
    <dgm:cxn modelId="{C04C60A2-5FE0-49CD-86FB-B132CBCE1400}" type="presParOf" srcId="{BAD32CB7-7796-4932-B600-0253C1268802}" destId="{BBF4C89C-458B-4805-8931-7E7BEBCD7AFD}" srcOrd="6" destOrd="0" presId="urn:microsoft.com/office/officeart/2005/8/layout/hierarchy3"/>
    <dgm:cxn modelId="{A0C17EBA-AFAB-405C-925A-8678460CF3E3}" type="presParOf" srcId="{BAD32CB7-7796-4932-B600-0253C1268802}" destId="{3D47B13F-1043-4783-972E-C6232BFB8AE4}" srcOrd="7" destOrd="0" presId="urn:microsoft.com/office/officeart/2005/8/layout/hierarchy3"/>
    <dgm:cxn modelId="{08F670FF-8708-4A4F-9A59-883D5363D1C9}" type="presParOf" srcId="{BAD32CB7-7796-4932-B600-0253C1268802}" destId="{61C0A719-87D9-47D0-AC9D-7C5CACA7D1DF}" srcOrd="8" destOrd="0" presId="urn:microsoft.com/office/officeart/2005/8/layout/hierarchy3"/>
    <dgm:cxn modelId="{7AA68BD9-05F3-4AC7-9F45-E7EEA35BAE41}" type="presParOf" srcId="{BAD32CB7-7796-4932-B600-0253C1268802}" destId="{982CA65A-F9D5-4D47-A5AB-8605FA4CB51D}" srcOrd="9" destOrd="0" presId="urn:microsoft.com/office/officeart/2005/8/layout/hierarchy3"/>
    <dgm:cxn modelId="{CE05625E-253D-4EFB-ABE1-76F3E69F3791}" type="presParOf" srcId="{BAD32CB7-7796-4932-B600-0253C1268802}" destId="{0DAD5C5D-831E-4B63-BC1F-2EFCA7A9E271}" srcOrd="10" destOrd="0" presId="urn:microsoft.com/office/officeart/2005/8/layout/hierarchy3"/>
    <dgm:cxn modelId="{326E02B9-C4D7-404C-89DD-AC52A1FA36D8}" type="presParOf" srcId="{BAD32CB7-7796-4932-B600-0253C1268802}" destId="{23DBC786-B3F1-4AAA-975A-8C790422368F}" srcOrd="11" destOrd="0" presId="urn:microsoft.com/office/officeart/2005/8/layout/hierarchy3"/>
    <dgm:cxn modelId="{D4534BDF-AC19-4B4B-85DA-D1D44C932600}" type="presParOf" srcId="{BAD32CB7-7796-4932-B600-0253C1268802}" destId="{9B18C53C-B1D2-41C2-826D-DE0DC59EF8AE}" srcOrd="12" destOrd="0" presId="urn:microsoft.com/office/officeart/2005/8/layout/hierarchy3"/>
    <dgm:cxn modelId="{B340693A-6276-4BFF-B905-5C3AAD971FC2}" type="presParOf" srcId="{BAD32CB7-7796-4932-B600-0253C1268802}" destId="{7D6A6588-63DF-4A6A-A81C-3E1E8CA0AF9E}" srcOrd="13" destOrd="0" presId="urn:microsoft.com/office/officeart/2005/8/layout/hierarchy3"/>
    <dgm:cxn modelId="{60232BCC-E2C3-4F05-87B7-212C9413F82D}" type="presParOf" srcId="{D9296CFA-6928-40D3-BABA-FD143B90BA65}" destId="{5E919214-CB0C-4624-8394-FEF15E7E04AC}" srcOrd="1" destOrd="0" presId="urn:microsoft.com/office/officeart/2005/8/layout/hierarchy3"/>
    <dgm:cxn modelId="{713C695D-671E-4313-A823-332EA4BDD2FC}" type="presParOf" srcId="{5E919214-CB0C-4624-8394-FEF15E7E04AC}" destId="{01D3EC74-C75B-4DCC-9CA4-D2238924189E}" srcOrd="0" destOrd="0" presId="urn:microsoft.com/office/officeart/2005/8/layout/hierarchy3"/>
    <dgm:cxn modelId="{555B46F7-9749-48D2-A716-FCDACA4E965A}" type="presParOf" srcId="{01D3EC74-C75B-4DCC-9CA4-D2238924189E}" destId="{005D8796-3778-419A-9FE7-A828F389CDB3}" srcOrd="0" destOrd="0" presId="urn:microsoft.com/office/officeart/2005/8/layout/hierarchy3"/>
    <dgm:cxn modelId="{1B8ACB77-2F2C-486D-87D1-3516512CC1EA}" type="presParOf" srcId="{01D3EC74-C75B-4DCC-9CA4-D2238924189E}" destId="{7725C2BE-031F-412D-A154-AACCF085C7F4}" srcOrd="1" destOrd="0" presId="urn:microsoft.com/office/officeart/2005/8/layout/hierarchy3"/>
    <dgm:cxn modelId="{661EFD00-C01E-44AA-8936-C6EC6F9B9950}" type="presParOf" srcId="{5E919214-CB0C-4624-8394-FEF15E7E04AC}" destId="{8074BC22-AF4B-4860-B61D-F025534768C3}" srcOrd="1" destOrd="0" presId="urn:microsoft.com/office/officeart/2005/8/layout/hierarchy3"/>
    <dgm:cxn modelId="{4769DEEA-EE21-4152-8C43-1F2445258E46}" type="presParOf" srcId="{8074BC22-AF4B-4860-B61D-F025534768C3}" destId="{2B5F92F6-A83E-4F4B-AB15-1B4C487BD4E7}" srcOrd="0" destOrd="0" presId="urn:microsoft.com/office/officeart/2005/8/layout/hierarchy3"/>
    <dgm:cxn modelId="{8CDEDC84-E1A2-48F9-955D-B90681E811EF}" type="presParOf" srcId="{8074BC22-AF4B-4860-B61D-F025534768C3}" destId="{1E7BAEC5-74DB-427F-9A55-87C63D3D39F5}" srcOrd="1" destOrd="0" presId="urn:microsoft.com/office/officeart/2005/8/layout/hierarchy3"/>
    <dgm:cxn modelId="{53B15426-E1E6-4AFF-A29B-4EE6B094E884}" type="presParOf" srcId="{8074BC22-AF4B-4860-B61D-F025534768C3}" destId="{F4982E7A-6EA9-4E77-BB99-9D7CBA6D8F4A}" srcOrd="2" destOrd="0" presId="urn:microsoft.com/office/officeart/2005/8/layout/hierarchy3"/>
    <dgm:cxn modelId="{BEE7C3A6-5D44-44E1-A992-57CCA6CDE160}" type="presParOf" srcId="{8074BC22-AF4B-4860-B61D-F025534768C3}" destId="{4F4BBDF5-6E39-4F8E-91D4-883182B6BA4E}" srcOrd="3" destOrd="0" presId="urn:microsoft.com/office/officeart/2005/8/layout/hierarchy3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71A211-0BD1-4A4E-9EBF-8E306AD8C0D2}" type="doc">
      <dgm:prSet loTypeId="urn:microsoft.com/office/officeart/2005/8/layout/vList6" loCatId="list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9055D2A-8F59-4865-A332-D38E8062A06F}">
      <dgm:prSet phldrT="[Text]"/>
      <dgm:spPr/>
      <dgm:t>
        <a:bodyPr/>
        <a:lstStyle/>
        <a:p>
          <a:r>
            <a:rPr lang="en-US" dirty="0" smtClean="0"/>
            <a:t>Clustering</a:t>
          </a:r>
          <a:endParaRPr lang="en-US" dirty="0"/>
        </a:p>
      </dgm:t>
    </dgm:pt>
    <dgm:pt modelId="{4DF21CE6-8394-449B-B026-4CED08EE12B0}" type="parTrans" cxnId="{1ED499CB-DE9F-48EC-8B3A-04D2987A8571}">
      <dgm:prSet/>
      <dgm:spPr/>
      <dgm:t>
        <a:bodyPr/>
        <a:lstStyle/>
        <a:p>
          <a:endParaRPr lang="en-US"/>
        </a:p>
      </dgm:t>
    </dgm:pt>
    <dgm:pt modelId="{0849A74D-E8C0-414D-BD8C-F45B04B946B5}" type="sibTrans" cxnId="{1ED499CB-DE9F-48EC-8B3A-04D2987A8571}">
      <dgm:prSet/>
      <dgm:spPr/>
      <dgm:t>
        <a:bodyPr/>
        <a:lstStyle/>
        <a:p>
          <a:endParaRPr lang="en-US"/>
        </a:p>
      </dgm:t>
    </dgm:pt>
    <dgm:pt modelId="{D5D62AAD-10B7-4DFD-A3FF-9D980375CC76}">
      <dgm:prSet phldrT="[Text]" custT="1"/>
      <dgm:spPr/>
      <dgm:t>
        <a:bodyPr/>
        <a:lstStyle/>
        <a:p>
          <a:r>
            <a:rPr lang="en-US" sz="2000" dirty="0" smtClean="0"/>
            <a:t>Principal Component Analysis</a:t>
          </a:r>
          <a:endParaRPr lang="en-US" sz="2000" dirty="0"/>
        </a:p>
      </dgm:t>
    </dgm:pt>
    <dgm:pt modelId="{5A171AF5-4A5B-4860-B625-8ACF16241ACB}" type="parTrans" cxnId="{9D583BBE-57F7-4F77-828C-E831338146A8}">
      <dgm:prSet/>
      <dgm:spPr/>
      <dgm:t>
        <a:bodyPr/>
        <a:lstStyle/>
        <a:p>
          <a:endParaRPr lang="en-US"/>
        </a:p>
      </dgm:t>
    </dgm:pt>
    <dgm:pt modelId="{E43EF244-ABE9-443B-AE0F-CA48AD42A81F}" type="sibTrans" cxnId="{9D583BBE-57F7-4F77-828C-E831338146A8}">
      <dgm:prSet/>
      <dgm:spPr/>
      <dgm:t>
        <a:bodyPr/>
        <a:lstStyle/>
        <a:p>
          <a:endParaRPr lang="en-US"/>
        </a:p>
      </dgm:t>
    </dgm:pt>
    <dgm:pt modelId="{D25504F5-3567-4E3A-8B95-34AE7A680773}">
      <dgm:prSet phldrT="[Text]" custT="1"/>
      <dgm:spPr/>
      <dgm:t>
        <a:bodyPr/>
        <a:lstStyle/>
        <a:p>
          <a:r>
            <a:rPr lang="en-US" sz="2000" dirty="0" smtClean="0"/>
            <a:t>Hierarchical Clustering</a:t>
          </a:r>
          <a:endParaRPr lang="en-US" sz="2000" dirty="0"/>
        </a:p>
      </dgm:t>
    </dgm:pt>
    <dgm:pt modelId="{38EEF995-ED1D-491D-966C-8FB022AFFDE9}" type="parTrans" cxnId="{1ECE9C1E-22C0-4D82-8E54-2EFE5D7BA788}">
      <dgm:prSet/>
      <dgm:spPr/>
      <dgm:t>
        <a:bodyPr/>
        <a:lstStyle/>
        <a:p>
          <a:endParaRPr lang="en-US"/>
        </a:p>
      </dgm:t>
    </dgm:pt>
    <dgm:pt modelId="{BCF62D03-11EF-45DE-9F9C-0ABD50D2DF30}" type="sibTrans" cxnId="{1ECE9C1E-22C0-4D82-8E54-2EFE5D7BA788}">
      <dgm:prSet/>
      <dgm:spPr/>
      <dgm:t>
        <a:bodyPr/>
        <a:lstStyle/>
        <a:p>
          <a:endParaRPr lang="en-US"/>
        </a:p>
      </dgm:t>
    </dgm:pt>
    <dgm:pt modelId="{0E1F8DFA-5D04-4031-BF26-5E8DF58159D9}">
      <dgm:prSet phldrT="[Text]"/>
      <dgm:spPr/>
      <dgm:t>
        <a:bodyPr/>
        <a:lstStyle/>
        <a:p>
          <a:r>
            <a:rPr lang="en-US" dirty="0" smtClean="0"/>
            <a:t>Association</a:t>
          </a:r>
          <a:endParaRPr lang="en-US" dirty="0"/>
        </a:p>
      </dgm:t>
    </dgm:pt>
    <dgm:pt modelId="{B09F2C34-1FD7-4C69-926A-A62F80BB7060}" type="parTrans" cxnId="{B27209D8-1D3D-495C-98F8-FD37E5B0332E}">
      <dgm:prSet/>
      <dgm:spPr/>
      <dgm:t>
        <a:bodyPr/>
        <a:lstStyle/>
        <a:p>
          <a:endParaRPr lang="en-US"/>
        </a:p>
      </dgm:t>
    </dgm:pt>
    <dgm:pt modelId="{24030E71-439D-4CC4-9903-CAB404CEECA2}" type="sibTrans" cxnId="{B27209D8-1D3D-495C-98F8-FD37E5B0332E}">
      <dgm:prSet/>
      <dgm:spPr/>
      <dgm:t>
        <a:bodyPr/>
        <a:lstStyle/>
        <a:p>
          <a:endParaRPr lang="en-US"/>
        </a:p>
      </dgm:t>
    </dgm:pt>
    <dgm:pt modelId="{76911900-7E34-44AC-8EB9-474421013DD1}">
      <dgm:prSet phldrT="[Text]" custT="1"/>
      <dgm:spPr/>
      <dgm:t>
        <a:bodyPr/>
        <a:lstStyle/>
        <a:p>
          <a:r>
            <a:rPr lang="en-US" sz="2000" dirty="0" smtClean="0"/>
            <a:t>Singular value Decomposition</a:t>
          </a:r>
          <a:endParaRPr lang="en-US" sz="2000" dirty="0"/>
        </a:p>
      </dgm:t>
    </dgm:pt>
    <dgm:pt modelId="{B7769E2B-1765-4ADD-AA33-B16B50E691D3}" type="parTrans" cxnId="{2B69D005-59BB-49E7-B35C-853D2A11D071}">
      <dgm:prSet/>
      <dgm:spPr/>
      <dgm:t>
        <a:bodyPr/>
        <a:lstStyle/>
        <a:p>
          <a:endParaRPr lang="en-US"/>
        </a:p>
      </dgm:t>
    </dgm:pt>
    <dgm:pt modelId="{28927283-52C4-40F2-ABC3-433C9CBA2870}" type="sibTrans" cxnId="{2B69D005-59BB-49E7-B35C-853D2A11D071}">
      <dgm:prSet/>
      <dgm:spPr/>
      <dgm:t>
        <a:bodyPr/>
        <a:lstStyle/>
        <a:p>
          <a:endParaRPr lang="en-US"/>
        </a:p>
      </dgm:t>
    </dgm:pt>
    <dgm:pt modelId="{B88EFEF0-FB2B-4B43-96FD-892880374C0E}">
      <dgm:prSet phldrT="[Text]" custT="1"/>
      <dgm:spPr/>
      <dgm:t>
        <a:bodyPr/>
        <a:lstStyle/>
        <a:p>
          <a:r>
            <a:rPr lang="en-US" sz="2000" dirty="0" smtClean="0"/>
            <a:t>Independent component Analysis</a:t>
          </a:r>
          <a:endParaRPr lang="en-US" sz="2000" dirty="0"/>
        </a:p>
      </dgm:t>
    </dgm:pt>
    <dgm:pt modelId="{EF5CE48F-6A0B-4FF8-9E00-ABF3F5D95388}" type="parTrans" cxnId="{E0653B9A-B3D3-4876-84BA-46B02AD215E0}">
      <dgm:prSet/>
      <dgm:spPr/>
      <dgm:t>
        <a:bodyPr/>
        <a:lstStyle/>
        <a:p>
          <a:endParaRPr lang="en-US"/>
        </a:p>
      </dgm:t>
    </dgm:pt>
    <dgm:pt modelId="{DAC0C74B-58E5-4E74-A015-9193108F3647}" type="sibTrans" cxnId="{E0653B9A-B3D3-4876-84BA-46B02AD215E0}">
      <dgm:prSet/>
      <dgm:spPr/>
      <dgm:t>
        <a:bodyPr/>
        <a:lstStyle/>
        <a:p>
          <a:endParaRPr lang="en-US"/>
        </a:p>
      </dgm:t>
    </dgm:pt>
    <dgm:pt modelId="{341B9693-BB95-4291-9055-299385E4A4F3}">
      <dgm:prSet phldrT="[Text]" custT="1"/>
      <dgm:spPr/>
      <dgm:t>
        <a:bodyPr/>
        <a:lstStyle/>
        <a:p>
          <a:r>
            <a:rPr lang="en-US" sz="2000" dirty="0" smtClean="0"/>
            <a:t>K-Means Clustering</a:t>
          </a:r>
          <a:endParaRPr lang="en-US" sz="2000" dirty="0"/>
        </a:p>
      </dgm:t>
    </dgm:pt>
    <dgm:pt modelId="{34A5BE57-E4AE-41AF-BE79-E1B6AD3DE98E}" type="parTrans" cxnId="{D27C4D3B-801C-44D6-8FBC-1126030DF32E}">
      <dgm:prSet/>
      <dgm:spPr/>
      <dgm:t>
        <a:bodyPr/>
        <a:lstStyle/>
        <a:p>
          <a:endParaRPr lang="en-US"/>
        </a:p>
      </dgm:t>
    </dgm:pt>
    <dgm:pt modelId="{D858FD8E-B85A-482E-B043-A51F3B1C6ED6}" type="sibTrans" cxnId="{D27C4D3B-801C-44D6-8FBC-1126030DF32E}">
      <dgm:prSet/>
      <dgm:spPr/>
      <dgm:t>
        <a:bodyPr/>
        <a:lstStyle/>
        <a:p>
          <a:endParaRPr lang="en-US"/>
        </a:p>
      </dgm:t>
    </dgm:pt>
    <dgm:pt modelId="{E8E58867-2502-402C-A521-84FE67EC0D1D}" type="pres">
      <dgm:prSet presAssocID="{7D71A211-0BD1-4A4E-9EBF-8E306AD8C0D2}" presName="Name0" presStyleCnt="0">
        <dgm:presLayoutVars>
          <dgm:dir/>
          <dgm:animLvl val="lvl"/>
          <dgm:resizeHandles/>
        </dgm:presLayoutVars>
      </dgm:prSet>
      <dgm:spPr/>
    </dgm:pt>
    <dgm:pt modelId="{7E922100-092C-42FA-B909-ABEA211BB583}" type="pres">
      <dgm:prSet presAssocID="{A9055D2A-8F59-4865-A332-D38E8062A06F}" presName="linNode" presStyleCnt="0"/>
      <dgm:spPr/>
    </dgm:pt>
    <dgm:pt modelId="{F99D05EF-25CE-483C-B926-56F50D43F755}" type="pres">
      <dgm:prSet presAssocID="{A9055D2A-8F59-4865-A332-D38E8062A06F}" presName="parentShp" presStyleLbl="node1" presStyleIdx="0" presStyleCnt="2" custScaleX="122297" custScaleY="110000">
        <dgm:presLayoutVars>
          <dgm:bulletEnabled val="1"/>
        </dgm:presLayoutVars>
      </dgm:prSet>
      <dgm:spPr/>
    </dgm:pt>
    <dgm:pt modelId="{574DBBF0-772D-48DB-A474-0192B48FD7EF}" type="pres">
      <dgm:prSet presAssocID="{A9055D2A-8F59-4865-A332-D38E8062A06F}" presName="childShp" presStyleLbl="bgAccFollowNode1" presStyleIdx="0" presStyleCnt="2" custScaleX="145833" custScaleY="1354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0D81ED-B792-4B63-A454-72AAB5E19E46}" type="pres">
      <dgm:prSet presAssocID="{0849A74D-E8C0-414D-BD8C-F45B04B946B5}" presName="spacing" presStyleCnt="0"/>
      <dgm:spPr/>
    </dgm:pt>
    <dgm:pt modelId="{CDAE69C9-1596-4C1C-B64B-CF8D4B71E0BB}" type="pres">
      <dgm:prSet presAssocID="{0E1F8DFA-5D04-4031-BF26-5E8DF58159D9}" presName="linNode" presStyleCnt="0"/>
      <dgm:spPr/>
    </dgm:pt>
    <dgm:pt modelId="{62FDF730-B1B4-4075-8229-D0C89696CAC3}" type="pres">
      <dgm:prSet presAssocID="{0E1F8DFA-5D04-4031-BF26-5E8DF58159D9}" presName="parentShp" presStyleLbl="node1" presStyleIdx="1" presStyleCnt="2">
        <dgm:presLayoutVars>
          <dgm:bulletEnabled val="1"/>
        </dgm:presLayoutVars>
      </dgm:prSet>
      <dgm:spPr/>
    </dgm:pt>
    <dgm:pt modelId="{C5C95146-A945-4755-A4B1-0224DE151A91}" type="pres">
      <dgm:prSet presAssocID="{0E1F8DFA-5D04-4031-BF26-5E8DF58159D9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ED499CB-DE9F-48EC-8B3A-04D2987A8571}" srcId="{7D71A211-0BD1-4A4E-9EBF-8E306AD8C0D2}" destId="{A9055D2A-8F59-4865-A332-D38E8062A06F}" srcOrd="0" destOrd="0" parTransId="{4DF21CE6-8394-449B-B026-4CED08EE12B0}" sibTransId="{0849A74D-E8C0-414D-BD8C-F45B04B946B5}"/>
    <dgm:cxn modelId="{CA72232D-2740-48FA-9882-EC47D971A72D}" type="presOf" srcId="{7D71A211-0BD1-4A4E-9EBF-8E306AD8C0D2}" destId="{E8E58867-2502-402C-A521-84FE67EC0D1D}" srcOrd="0" destOrd="0" presId="urn:microsoft.com/office/officeart/2005/8/layout/vList6"/>
    <dgm:cxn modelId="{65055B6F-99C4-42D7-BC6C-7F19E84C231F}" type="presOf" srcId="{B88EFEF0-FB2B-4B43-96FD-892880374C0E}" destId="{574DBBF0-772D-48DB-A474-0192B48FD7EF}" srcOrd="0" destOrd="3" presId="urn:microsoft.com/office/officeart/2005/8/layout/vList6"/>
    <dgm:cxn modelId="{2E5F3466-F7B7-4F7F-A8BC-444693BA1892}" type="presOf" srcId="{D25504F5-3567-4E3A-8B95-34AE7A680773}" destId="{574DBBF0-772D-48DB-A474-0192B48FD7EF}" srcOrd="0" destOrd="1" presId="urn:microsoft.com/office/officeart/2005/8/layout/vList6"/>
    <dgm:cxn modelId="{5F4BAC33-C323-4E40-A784-B63643DCC9DC}" type="presOf" srcId="{D5D62AAD-10B7-4DFD-A3FF-9D980375CC76}" destId="{574DBBF0-772D-48DB-A474-0192B48FD7EF}" srcOrd="0" destOrd="0" presId="urn:microsoft.com/office/officeart/2005/8/layout/vList6"/>
    <dgm:cxn modelId="{1ECE9C1E-22C0-4D82-8E54-2EFE5D7BA788}" srcId="{A9055D2A-8F59-4865-A332-D38E8062A06F}" destId="{D25504F5-3567-4E3A-8B95-34AE7A680773}" srcOrd="1" destOrd="0" parTransId="{38EEF995-ED1D-491D-966C-8FB022AFFDE9}" sibTransId="{BCF62D03-11EF-45DE-9F9C-0ABD50D2DF30}"/>
    <dgm:cxn modelId="{D27C4D3B-801C-44D6-8FBC-1126030DF32E}" srcId="{A9055D2A-8F59-4865-A332-D38E8062A06F}" destId="{341B9693-BB95-4291-9055-299385E4A4F3}" srcOrd="4" destOrd="0" parTransId="{34A5BE57-E4AE-41AF-BE79-E1B6AD3DE98E}" sibTransId="{D858FD8E-B85A-482E-B043-A51F3B1C6ED6}"/>
    <dgm:cxn modelId="{2B69D005-59BB-49E7-B35C-853D2A11D071}" srcId="{A9055D2A-8F59-4865-A332-D38E8062A06F}" destId="{76911900-7E34-44AC-8EB9-474421013DD1}" srcOrd="2" destOrd="0" parTransId="{B7769E2B-1765-4ADD-AA33-B16B50E691D3}" sibTransId="{28927283-52C4-40F2-ABC3-433C9CBA2870}"/>
    <dgm:cxn modelId="{9D583BBE-57F7-4F77-828C-E831338146A8}" srcId="{A9055D2A-8F59-4865-A332-D38E8062A06F}" destId="{D5D62AAD-10B7-4DFD-A3FF-9D980375CC76}" srcOrd="0" destOrd="0" parTransId="{5A171AF5-4A5B-4860-B625-8ACF16241ACB}" sibTransId="{E43EF244-ABE9-443B-AE0F-CA48AD42A81F}"/>
    <dgm:cxn modelId="{BB88658B-8267-43F2-89C0-A6C52AA7EE6D}" type="presOf" srcId="{0E1F8DFA-5D04-4031-BF26-5E8DF58159D9}" destId="{62FDF730-B1B4-4075-8229-D0C89696CAC3}" srcOrd="0" destOrd="0" presId="urn:microsoft.com/office/officeart/2005/8/layout/vList6"/>
    <dgm:cxn modelId="{2D259CDD-6F6A-498F-B8F9-6A76130538CD}" type="presOf" srcId="{A9055D2A-8F59-4865-A332-D38E8062A06F}" destId="{F99D05EF-25CE-483C-B926-56F50D43F755}" srcOrd="0" destOrd="0" presId="urn:microsoft.com/office/officeart/2005/8/layout/vList6"/>
    <dgm:cxn modelId="{E0653B9A-B3D3-4876-84BA-46B02AD215E0}" srcId="{A9055D2A-8F59-4865-A332-D38E8062A06F}" destId="{B88EFEF0-FB2B-4B43-96FD-892880374C0E}" srcOrd="3" destOrd="0" parTransId="{EF5CE48F-6A0B-4FF8-9E00-ABF3F5D95388}" sibTransId="{DAC0C74B-58E5-4E74-A015-9193108F3647}"/>
    <dgm:cxn modelId="{F6637058-E34F-47DC-8852-9315F67DA121}" type="presOf" srcId="{341B9693-BB95-4291-9055-299385E4A4F3}" destId="{574DBBF0-772D-48DB-A474-0192B48FD7EF}" srcOrd="0" destOrd="4" presId="urn:microsoft.com/office/officeart/2005/8/layout/vList6"/>
    <dgm:cxn modelId="{B27209D8-1D3D-495C-98F8-FD37E5B0332E}" srcId="{7D71A211-0BD1-4A4E-9EBF-8E306AD8C0D2}" destId="{0E1F8DFA-5D04-4031-BF26-5E8DF58159D9}" srcOrd="1" destOrd="0" parTransId="{B09F2C34-1FD7-4C69-926A-A62F80BB7060}" sibTransId="{24030E71-439D-4CC4-9903-CAB404CEECA2}"/>
    <dgm:cxn modelId="{6582DDD5-2EB0-40BD-9E47-7DE1F488B97D}" type="presOf" srcId="{76911900-7E34-44AC-8EB9-474421013DD1}" destId="{574DBBF0-772D-48DB-A474-0192B48FD7EF}" srcOrd="0" destOrd="2" presId="urn:microsoft.com/office/officeart/2005/8/layout/vList6"/>
    <dgm:cxn modelId="{1B56C8C9-B58D-49A6-9B15-5BA20826FD57}" type="presParOf" srcId="{E8E58867-2502-402C-A521-84FE67EC0D1D}" destId="{7E922100-092C-42FA-B909-ABEA211BB583}" srcOrd="0" destOrd="0" presId="urn:microsoft.com/office/officeart/2005/8/layout/vList6"/>
    <dgm:cxn modelId="{285F0039-FAC4-4EE9-9C25-C55AD1D1EB4C}" type="presParOf" srcId="{7E922100-092C-42FA-B909-ABEA211BB583}" destId="{F99D05EF-25CE-483C-B926-56F50D43F755}" srcOrd="0" destOrd="0" presId="urn:microsoft.com/office/officeart/2005/8/layout/vList6"/>
    <dgm:cxn modelId="{475C03D5-1D6F-41DB-A2DC-E29EEA48F28E}" type="presParOf" srcId="{7E922100-092C-42FA-B909-ABEA211BB583}" destId="{574DBBF0-772D-48DB-A474-0192B48FD7EF}" srcOrd="1" destOrd="0" presId="urn:microsoft.com/office/officeart/2005/8/layout/vList6"/>
    <dgm:cxn modelId="{26843C37-BBEC-455F-81DC-A421D7AA9AE4}" type="presParOf" srcId="{E8E58867-2502-402C-A521-84FE67EC0D1D}" destId="{E90D81ED-B792-4B63-A454-72AAB5E19E46}" srcOrd="1" destOrd="0" presId="urn:microsoft.com/office/officeart/2005/8/layout/vList6"/>
    <dgm:cxn modelId="{6DE11536-5E98-4A0A-9096-3C35F2FE3999}" type="presParOf" srcId="{E8E58867-2502-402C-A521-84FE67EC0D1D}" destId="{CDAE69C9-1596-4C1C-B64B-CF8D4B71E0BB}" srcOrd="2" destOrd="0" presId="urn:microsoft.com/office/officeart/2005/8/layout/vList6"/>
    <dgm:cxn modelId="{31564464-EAE4-4DDA-9FBB-4A05446FDD56}" type="presParOf" srcId="{CDAE69C9-1596-4C1C-B64B-CF8D4B71E0BB}" destId="{62FDF730-B1B4-4075-8229-D0C89696CAC3}" srcOrd="0" destOrd="0" presId="urn:microsoft.com/office/officeart/2005/8/layout/vList6"/>
    <dgm:cxn modelId="{9172C74D-7177-4076-8F8C-63EDDD1A75EE}" type="presParOf" srcId="{CDAE69C9-1596-4C1C-B64B-CF8D4B71E0BB}" destId="{C5C95146-A945-4755-A4B1-0224DE151A91}" srcOrd="1" destOrd="0" presId="urn:microsoft.com/office/officeart/2005/8/layout/vList6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ECBEFA-AF15-4068-8AFD-BD3653D5D105}" type="doc">
      <dgm:prSet loTypeId="urn:microsoft.com/office/officeart/2005/8/layout/vList2" loCatId="list" qsTypeId="urn:microsoft.com/office/officeart/2005/8/quickstyle/simple3" qsCatId="simple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96A7FFB1-54A0-454F-B5C0-ED97380CB473}">
      <dgm:prSet phldrT="[Text]"/>
      <dgm:spPr/>
      <dgm:t>
        <a:bodyPr/>
        <a:lstStyle/>
        <a:p>
          <a:r>
            <a:rPr lang="en-US" dirty="0" smtClean="0"/>
            <a:t>3 Ways of Implementation</a:t>
          </a:r>
          <a:endParaRPr lang="en-US" dirty="0"/>
        </a:p>
      </dgm:t>
    </dgm:pt>
    <dgm:pt modelId="{1200B43D-9416-4713-A854-A53AB1D47AE2}" type="parTrans" cxnId="{5C34ED40-05CD-483A-A0CB-44666F444E18}">
      <dgm:prSet/>
      <dgm:spPr/>
      <dgm:t>
        <a:bodyPr/>
        <a:lstStyle/>
        <a:p>
          <a:endParaRPr lang="en-US"/>
        </a:p>
      </dgm:t>
    </dgm:pt>
    <dgm:pt modelId="{335779C3-9201-4909-B73F-D0E399C195B2}" type="sibTrans" cxnId="{5C34ED40-05CD-483A-A0CB-44666F444E18}">
      <dgm:prSet/>
      <dgm:spPr/>
      <dgm:t>
        <a:bodyPr/>
        <a:lstStyle/>
        <a:p>
          <a:endParaRPr lang="en-US"/>
        </a:p>
      </dgm:t>
    </dgm:pt>
    <dgm:pt modelId="{6EBCADDD-6F5B-4F64-BE65-0829D01E6396}">
      <dgm:prSet phldrT="[Text]"/>
      <dgm:spPr/>
      <dgm:t>
        <a:bodyPr/>
        <a:lstStyle/>
        <a:p>
          <a:r>
            <a:rPr lang="en-US" dirty="0" smtClean="0"/>
            <a:t>Model Based</a:t>
          </a:r>
          <a:endParaRPr lang="en-US" dirty="0"/>
        </a:p>
      </dgm:t>
    </dgm:pt>
    <dgm:pt modelId="{8AC6B5B8-D861-424F-B86D-4DD3D6B1ABC0}" type="parTrans" cxnId="{B00CC778-0931-43D6-8707-713EEB29296D}">
      <dgm:prSet/>
      <dgm:spPr/>
      <dgm:t>
        <a:bodyPr/>
        <a:lstStyle/>
        <a:p>
          <a:endParaRPr lang="en-US"/>
        </a:p>
      </dgm:t>
    </dgm:pt>
    <dgm:pt modelId="{6F93F2AC-0978-42A3-9546-24BB3F33E91F}" type="sibTrans" cxnId="{B00CC778-0931-43D6-8707-713EEB29296D}">
      <dgm:prSet/>
      <dgm:spPr/>
      <dgm:t>
        <a:bodyPr/>
        <a:lstStyle/>
        <a:p>
          <a:endParaRPr lang="en-US"/>
        </a:p>
      </dgm:t>
    </dgm:pt>
    <dgm:pt modelId="{515F669F-AAE5-4385-9F36-407C67331350}">
      <dgm:prSet phldrT="[Text]"/>
      <dgm:spPr/>
      <dgm:t>
        <a:bodyPr/>
        <a:lstStyle/>
        <a:p>
          <a:r>
            <a:rPr lang="en-US" dirty="0" smtClean="0"/>
            <a:t>Model</a:t>
          </a:r>
          <a:endParaRPr lang="en-US" dirty="0"/>
        </a:p>
      </dgm:t>
    </dgm:pt>
    <dgm:pt modelId="{A191CBA5-1F53-4437-AC5D-E958DA6D45F3}" type="parTrans" cxnId="{B6780D5A-B5CC-4EAB-A935-ADAD8EE13899}">
      <dgm:prSet/>
      <dgm:spPr/>
      <dgm:t>
        <a:bodyPr/>
        <a:lstStyle/>
        <a:p>
          <a:endParaRPr lang="en-US"/>
        </a:p>
      </dgm:t>
    </dgm:pt>
    <dgm:pt modelId="{9A15A38F-D81E-4B4F-8726-0567BF737612}" type="sibTrans" cxnId="{B6780D5A-B5CC-4EAB-A935-ADAD8EE13899}">
      <dgm:prSet/>
      <dgm:spPr/>
      <dgm:t>
        <a:bodyPr/>
        <a:lstStyle/>
        <a:p>
          <a:endParaRPr lang="en-US"/>
        </a:p>
      </dgm:t>
    </dgm:pt>
    <dgm:pt modelId="{5756F0CB-1CDF-4DD0-B1B3-D0BA8CFACC3F}">
      <dgm:prSet phldrT="[Text]"/>
      <dgm:spPr/>
      <dgm:t>
        <a:bodyPr/>
        <a:lstStyle/>
        <a:p>
          <a:r>
            <a:rPr lang="en-US" dirty="0" smtClean="0"/>
            <a:t>Policy Based</a:t>
          </a:r>
          <a:endParaRPr lang="en-US" dirty="0"/>
        </a:p>
      </dgm:t>
    </dgm:pt>
    <dgm:pt modelId="{6A51D10D-9C8F-4DFA-AF29-6979CFE61A51}" type="parTrans" cxnId="{4106EF90-B334-49BD-99E5-9918E988CB9A}">
      <dgm:prSet/>
      <dgm:spPr/>
      <dgm:t>
        <a:bodyPr/>
        <a:lstStyle/>
        <a:p>
          <a:endParaRPr lang="en-US"/>
        </a:p>
      </dgm:t>
    </dgm:pt>
    <dgm:pt modelId="{FE69ACB9-EFCD-40BF-926D-006A36CCB42C}" type="sibTrans" cxnId="{4106EF90-B334-49BD-99E5-9918E988CB9A}">
      <dgm:prSet/>
      <dgm:spPr/>
      <dgm:t>
        <a:bodyPr/>
        <a:lstStyle/>
        <a:p>
          <a:endParaRPr lang="en-US"/>
        </a:p>
      </dgm:t>
    </dgm:pt>
    <dgm:pt modelId="{B90DC554-72E1-404E-AF55-7F0F547E7C6F}">
      <dgm:prSet phldrT="[Text]"/>
      <dgm:spPr/>
      <dgm:t>
        <a:bodyPr/>
        <a:lstStyle/>
        <a:p>
          <a:r>
            <a:rPr lang="en-US" dirty="0" smtClean="0"/>
            <a:t>Value Based</a:t>
          </a:r>
          <a:endParaRPr lang="en-US" dirty="0"/>
        </a:p>
      </dgm:t>
    </dgm:pt>
    <dgm:pt modelId="{C0368276-54AE-4C3E-B4D4-328611673D71}" type="parTrans" cxnId="{9DA9B9F6-00D0-4145-831E-B67EE1AED02E}">
      <dgm:prSet/>
      <dgm:spPr/>
      <dgm:t>
        <a:bodyPr/>
        <a:lstStyle/>
        <a:p>
          <a:endParaRPr lang="en-US"/>
        </a:p>
      </dgm:t>
    </dgm:pt>
    <dgm:pt modelId="{D0F36098-EA3F-4BBC-890A-5CFCDA79304A}" type="sibTrans" cxnId="{9DA9B9F6-00D0-4145-831E-B67EE1AED02E}">
      <dgm:prSet/>
      <dgm:spPr/>
      <dgm:t>
        <a:bodyPr/>
        <a:lstStyle/>
        <a:p>
          <a:endParaRPr lang="en-US"/>
        </a:p>
      </dgm:t>
    </dgm:pt>
    <dgm:pt modelId="{39C5D0ED-7167-4566-AA44-578D5DCECCCD}">
      <dgm:prSet phldrT="[Text]"/>
      <dgm:spPr/>
      <dgm:t>
        <a:bodyPr/>
        <a:lstStyle/>
        <a:p>
          <a:r>
            <a:rPr lang="en-US" dirty="0" smtClean="0"/>
            <a:t>Q-Learning</a:t>
          </a:r>
          <a:endParaRPr lang="en-US" dirty="0"/>
        </a:p>
      </dgm:t>
    </dgm:pt>
    <dgm:pt modelId="{27B69C99-FF02-46FF-8E75-02637C6903D4}" type="parTrans" cxnId="{25001A43-64D7-49EA-9424-BB826D63EA96}">
      <dgm:prSet/>
      <dgm:spPr/>
    </dgm:pt>
    <dgm:pt modelId="{A1B36297-D4C6-478B-B157-CF4C84FEBB9B}" type="sibTrans" cxnId="{25001A43-64D7-49EA-9424-BB826D63EA96}">
      <dgm:prSet/>
      <dgm:spPr/>
    </dgm:pt>
    <dgm:pt modelId="{BEC87E0B-BFAB-4509-96A9-58B5D035F432}">
      <dgm:prSet phldrT="[Text]"/>
      <dgm:spPr/>
      <dgm:t>
        <a:bodyPr/>
        <a:lstStyle/>
        <a:p>
          <a:r>
            <a:rPr lang="en-US" dirty="0" smtClean="0"/>
            <a:t>Markov Decision Process</a:t>
          </a:r>
          <a:endParaRPr lang="en-US" dirty="0"/>
        </a:p>
      </dgm:t>
    </dgm:pt>
    <dgm:pt modelId="{ECBBBDA9-EE41-41B5-A3EE-110A42A04AB4}" type="parTrans" cxnId="{DD0ADA26-CD5B-4873-8AD3-E361E6BE25DA}">
      <dgm:prSet/>
      <dgm:spPr/>
    </dgm:pt>
    <dgm:pt modelId="{C597B3CD-1421-4019-AA23-476891592E67}" type="sibTrans" cxnId="{DD0ADA26-CD5B-4873-8AD3-E361E6BE25DA}">
      <dgm:prSet/>
      <dgm:spPr/>
    </dgm:pt>
    <dgm:pt modelId="{C86EF43D-D07D-4AB0-BF70-785F888A1068}" type="pres">
      <dgm:prSet presAssocID="{BAECBEFA-AF15-4068-8AFD-BD3653D5D105}" presName="linear" presStyleCnt="0">
        <dgm:presLayoutVars>
          <dgm:animLvl val="lvl"/>
          <dgm:resizeHandles val="exact"/>
        </dgm:presLayoutVars>
      </dgm:prSet>
      <dgm:spPr/>
    </dgm:pt>
    <dgm:pt modelId="{90283FC6-8297-40F2-81FB-45E3848474D6}" type="pres">
      <dgm:prSet presAssocID="{96A7FFB1-54A0-454F-B5C0-ED97380CB473}" presName="parentText" presStyleLbl="node1" presStyleIdx="0" presStyleCnt="2" custLinFactNeighborX="-1250" custLinFactNeighborY="137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657A0E-2C8A-4812-9692-3BC5A94213E2}" type="pres">
      <dgm:prSet presAssocID="{96A7FFB1-54A0-454F-B5C0-ED97380CB473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E0A96B-44BC-4251-9977-23E5462B8818}" type="pres">
      <dgm:prSet presAssocID="{515F669F-AAE5-4385-9F36-407C6733135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C44A8A7-CF46-40E6-8F58-C4C76D1ECCBD}" type="pres">
      <dgm:prSet presAssocID="{515F669F-AAE5-4385-9F36-407C67331350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34ED40-05CD-483A-A0CB-44666F444E18}" srcId="{BAECBEFA-AF15-4068-8AFD-BD3653D5D105}" destId="{96A7FFB1-54A0-454F-B5C0-ED97380CB473}" srcOrd="0" destOrd="0" parTransId="{1200B43D-9416-4713-A854-A53AB1D47AE2}" sibTransId="{335779C3-9201-4909-B73F-D0E399C195B2}"/>
    <dgm:cxn modelId="{C6876902-D1AF-4C97-8446-0D6EA629C5E5}" type="presOf" srcId="{B90DC554-72E1-404E-AF55-7F0F547E7C6F}" destId="{EB657A0E-2C8A-4812-9692-3BC5A94213E2}" srcOrd="0" destOrd="2" presId="urn:microsoft.com/office/officeart/2005/8/layout/vList2"/>
    <dgm:cxn modelId="{4106EF90-B334-49BD-99E5-9918E988CB9A}" srcId="{96A7FFB1-54A0-454F-B5C0-ED97380CB473}" destId="{5756F0CB-1CDF-4DD0-B1B3-D0BA8CFACC3F}" srcOrd="1" destOrd="0" parTransId="{6A51D10D-9C8F-4DFA-AF29-6979CFE61A51}" sibTransId="{FE69ACB9-EFCD-40BF-926D-006A36CCB42C}"/>
    <dgm:cxn modelId="{B6780D5A-B5CC-4EAB-A935-ADAD8EE13899}" srcId="{BAECBEFA-AF15-4068-8AFD-BD3653D5D105}" destId="{515F669F-AAE5-4385-9F36-407C67331350}" srcOrd="1" destOrd="0" parTransId="{A191CBA5-1F53-4437-AC5D-E958DA6D45F3}" sibTransId="{9A15A38F-D81E-4B4F-8726-0567BF737612}"/>
    <dgm:cxn modelId="{1044D1F3-3BE1-432A-A593-45B3493044F7}" type="presOf" srcId="{BAECBEFA-AF15-4068-8AFD-BD3653D5D105}" destId="{C86EF43D-D07D-4AB0-BF70-785F888A1068}" srcOrd="0" destOrd="0" presId="urn:microsoft.com/office/officeart/2005/8/layout/vList2"/>
    <dgm:cxn modelId="{9A198564-0D45-4330-B5FB-F87E447CE726}" type="presOf" srcId="{5756F0CB-1CDF-4DD0-B1B3-D0BA8CFACC3F}" destId="{EB657A0E-2C8A-4812-9692-3BC5A94213E2}" srcOrd="0" destOrd="1" presId="urn:microsoft.com/office/officeart/2005/8/layout/vList2"/>
    <dgm:cxn modelId="{9DA9B9F6-00D0-4145-831E-B67EE1AED02E}" srcId="{96A7FFB1-54A0-454F-B5C0-ED97380CB473}" destId="{B90DC554-72E1-404E-AF55-7F0F547E7C6F}" srcOrd="2" destOrd="0" parTransId="{C0368276-54AE-4C3E-B4D4-328611673D71}" sibTransId="{D0F36098-EA3F-4BBC-890A-5CFCDA79304A}"/>
    <dgm:cxn modelId="{BCCE13C5-0D13-47D3-BE34-AC4B885A297F}" type="presOf" srcId="{BEC87E0B-BFAB-4509-96A9-58B5D035F432}" destId="{DC44A8A7-CF46-40E6-8F58-C4C76D1ECCBD}" srcOrd="0" destOrd="1" presId="urn:microsoft.com/office/officeart/2005/8/layout/vList2"/>
    <dgm:cxn modelId="{DD0ADA26-CD5B-4873-8AD3-E361E6BE25DA}" srcId="{515F669F-AAE5-4385-9F36-407C67331350}" destId="{BEC87E0B-BFAB-4509-96A9-58B5D035F432}" srcOrd="1" destOrd="0" parTransId="{ECBBBDA9-EE41-41B5-A3EE-110A42A04AB4}" sibTransId="{C597B3CD-1421-4019-AA23-476891592E67}"/>
    <dgm:cxn modelId="{B00CC778-0931-43D6-8707-713EEB29296D}" srcId="{96A7FFB1-54A0-454F-B5C0-ED97380CB473}" destId="{6EBCADDD-6F5B-4F64-BE65-0829D01E6396}" srcOrd="0" destOrd="0" parTransId="{8AC6B5B8-D861-424F-B86D-4DD3D6B1ABC0}" sibTransId="{6F93F2AC-0978-42A3-9546-24BB3F33E91F}"/>
    <dgm:cxn modelId="{BCB59F7D-22FF-411C-84AE-F4582FC69790}" type="presOf" srcId="{39C5D0ED-7167-4566-AA44-578D5DCECCCD}" destId="{DC44A8A7-CF46-40E6-8F58-C4C76D1ECCBD}" srcOrd="0" destOrd="0" presId="urn:microsoft.com/office/officeart/2005/8/layout/vList2"/>
    <dgm:cxn modelId="{25001A43-64D7-49EA-9424-BB826D63EA96}" srcId="{515F669F-AAE5-4385-9F36-407C67331350}" destId="{39C5D0ED-7167-4566-AA44-578D5DCECCCD}" srcOrd="0" destOrd="0" parTransId="{27B69C99-FF02-46FF-8E75-02637C6903D4}" sibTransId="{A1B36297-D4C6-478B-B157-CF4C84FEBB9B}"/>
    <dgm:cxn modelId="{4FD0B968-4E98-4E0D-A5B3-796F601FA221}" type="presOf" srcId="{6EBCADDD-6F5B-4F64-BE65-0829D01E6396}" destId="{EB657A0E-2C8A-4812-9692-3BC5A94213E2}" srcOrd="0" destOrd="0" presId="urn:microsoft.com/office/officeart/2005/8/layout/vList2"/>
    <dgm:cxn modelId="{6E5006DE-BB82-4F99-8BA5-C705434CB5DC}" type="presOf" srcId="{96A7FFB1-54A0-454F-B5C0-ED97380CB473}" destId="{90283FC6-8297-40F2-81FB-45E3848474D6}" srcOrd="0" destOrd="0" presId="urn:microsoft.com/office/officeart/2005/8/layout/vList2"/>
    <dgm:cxn modelId="{94144158-586B-4ACE-B220-218B61FB7469}" type="presOf" srcId="{515F669F-AAE5-4385-9F36-407C67331350}" destId="{46E0A96B-44BC-4251-9977-23E5462B8818}" srcOrd="0" destOrd="0" presId="urn:microsoft.com/office/officeart/2005/8/layout/vList2"/>
    <dgm:cxn modelId="{DCA3751D-C3AC-43AE-8D99-26F62B656ABC}" type="presParOf" srcId="{C86EF43D-D07D-4AB0-BF70-785F888A1068}" destId="{90283FC6-8297-40F2-81FB-45E3848474D6}" srcOrd="0" destOrd="0" presId="urn:microsoft.com/office/officeart/2005/8/layout/vList2"/>
    <dgm:cxn modelId="{E91E195B-9A11-4757-A3DB-B6D83AD70054}" type="presParOf" srcId="{C86EF43D-D07D-4AB0-BF70-785F888A1068}" destId="{EB657A0E-2C8A-4812-9692-3BC5A94213E2}" srcOrd="1" destOrd="0" presId="urn:microsoft.com/office/officeart/2005/8/layout/vList2"/>
    <dgm:cxn modelId="{4EA70C66-32C6-41D5-9500-555426E0FE9E}" type="presParOf" srcId="{C86EF43D-D07D-4AB0-BF70-785F888A1068}" destId="{46E0A96B-44BC-4251-9977-23E5462B8818}" srcOrd="2" destOrd="0" presId="urn:microsoft.com/office/officeart/2005/8/layout/vList2"/>
    <dgm:cxn modelId="{A4D44C3F-21EA-474D-91DC-A85E9034AF7F}" type="presParOf" srcId="{C86EF43D-D07D-4AB0-BF70-785F888A1068}" destId="{DC44A8A7-CF46-40E6-8F58-C4C76D1ECCBD}" srcOrd="3" destOrd="0" presId="urn:microsoft.com/office/officeart/2005/8/layout/vList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Machine Learning?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Machine learning works on the development of computer programs that can access data and use it to automatically learn and improve from </a:t>
            </a:r>
            <a:r>
              <a:rPr lang="en-US" dirty="0" smtClean="0"/>
              <a:t>experience.</a:t>
            </a:r>
          </a:p>
          <a:p>
            <a:r>
              <a:rPr lang="en-US" dirty="0" smtClean="0"/>
              <a:t>Example: Amazon echo- relies on machine learning  and with more data it becomes more accurate</a:t>
            </a:r>
            <a:r>
              <a:rPr lang="en-US" b="1" dirty="0" smtClean="0"/>
              <a:t>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of Machine Learning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524000" y="1397000"/>
          <a:ext cx="6096000" cy="469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Supervised Learning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524000" y="1397000"/>
          <a:ext cx="67056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of Unsupervised Learning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914400" y="1524000"/>
          <a:ext cx="69342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Reinforcement Learning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524000" y="1397000"/>
          <a:ext cx="6096000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Gathering Data</a:t>
            </a:r>
          </a:p>
          <a:p>
            <a:r>
              <a:rPr lang="en-US" dirty="0" smtClean="0"/>
              <a:t>Data preparation</a:t>
            </a:r>
          </a:p>
          <a:p>
            <a:r>
              <a:rPr lang="en-US" dirty="0" smtClean="0"/>
              <a:t>Choosing a model</a:t>
            </a:r>
          </a:p>
          <a:p>
            <a:r>
              <a:rPr lang="en-US" dirty="0" smtClean="0"/>
              <a:t>Training</a:t>
            </a:r>
          </a:p>
          <a:p>
            <a:r>
              <a:rPr lang="en-US" dirty="0" smtClean="0"/>
              <a:t>Evaluation</a:t>
            </a:r>
          </a:p>
          <a:p>
            <a:r>
              <a:rPr lang="en-US" dirty="0" smtClean="0"/>
              <a:t>Parameter Tuning</a:t>
            </a:r>
          </a:p>
          <a:p>
            <a:r>
              <a:rPr lang="en-US" dirty="0" smtClean="0"/>
              <a:t>Prediction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Disease Detection &amp; Classification</a:t>
            </a:r>
          </a:p>
          <a:p>
            <a:r>
              <a:rPr lang="en-US" dirty="0" smtClean="0"/>
              <a:t>Social Media</a:t>
            </a:r>
          </a:p>
          <a:p>
            <a:r>
              <a:rPr lang="en-US" dirty="0" smtClean="0"/>
              <a:t>Advanced Technologies</a:t>
            </a:r>
          </a:p>
          <a:p>
            <a:r>
              <a:rPr lang="en-US" dirty="0" smtClean="0"/>
              <a:t>Autonomous Vehicle</a:t>
            </a:r>
          </a:p>
          <a:p>
            <a:r>
              <a:rPr lang="en-US" dirty="0" smtClean="0"/>
              <a:t>Search Engines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31</TotalTime>
  <Words>149</Words>
  <Application>Microsoft Office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Module</vt:lpstr>
      <vt:lpstr>Machine Learning</vt:lpstr>
      <vt:lpstr>What is Machine Learning?</vt:lpstr>
      <vt:lpstr>Types of Machine Learning</vt:lpstr>
      <vt:lpstr>Types of Supervised Learning</vt:lpstr>
      <vt:lpstr>Types of Unsupervised Learning</vt:lpstr>
      <vt:lpstr>Types of Reinforcement Learning</vt:lpstr>
      <vt:lpstr>Steps</vt:lpstr>
      <vt:lpstr>Applications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Puneet</dc:creator>
  <cp:lastModifiedBy>Puneet</cp:lastModifiedBy>
  <cp:revision>5</cp:revision>
  <dcterms:created xsi:type="dcterms:W3CDTF">2006-08-16T00:00:00Z</dcterms:created>
  <dcterms:modified xsi:type="dcterms:W3CDTF">2022-08-17T08:32:38Z</dcterms:modified>
</cp:coreProperties>
</file>